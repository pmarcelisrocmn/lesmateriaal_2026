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1: PDO &amp; Database Connectie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Verbinden met MySQL vanuit PHP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les 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Condities, loops, arrays, foreach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Wat is PDO?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Data Objects, waarom niet mysql_*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Verbinding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DSN, try/catch, setAttribute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Eerste query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query(), fetchAll(), gegevens ophalen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Gezamenlijke opdracht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db.php bouwen en testen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Klassikale opdracht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SELECT, resultaten in HTML tonen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Fouten bespreken, vragen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elseif / else maakt keuzes op basis van een conditie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for-loop herhaalt een vast aantal keer, while zolang een conditie geldt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array slaat meerdere waarden op in één variabele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loopt over elk element van een array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Functies zijn herbruikbare blokken code die je overal kunt aanroepen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PDO?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biedt meerdere manieren om met een database te praten.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oude functies (mysql_*, mysqli_*) zijn verouderd of beperkt.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(PHP Data Objects) is de huidige standaard.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Voordelen van PDO: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met MySQL, PostgreSQL, SQLite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ingebouwd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interface voor alle databases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het gastenboek gebruik je PDO voor alles: berichten ophalen, opslaan, bewerken en verwijderen.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VEROUDERD — gebruik dit nooit: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mysql_query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berichten"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Bovendien: mysql_* bestaat niet meer in PHP 7+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GOED — gebruik PDO: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$pdo-&gt;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berichten"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$rijen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$stmt-&gt;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fetchAll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$pdo is de verbinding — die maak je in db.php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Verbinding maken — db.php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verbinding maak je één keer in db.php, en laadt je daarna in elk bestand via require.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DSN (Data Source Name) bevat alle verbindingsgegevens: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host=localhost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de server (op jouw laptop: localhost)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dbname=gastenboek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naam van de database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charset=utf8mb4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voor speciale tekens en emoji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vangt verbindingsfouten op zodat je een nette foutmelding kunt tonen in plaats van een technische crashmelding.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$dsn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"mysql:host=localhost;dbname=gastenboek;charset=utf8mb4"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"root"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new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($dsn, $user, $pass);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$pdo-&gt;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setAttribute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(PDO::ATTR_ERRMODE, PDO::ERRMODE_EXCEPTION);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(PDOException $e)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die(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"Verbinding mislukt: 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$e-&gt;getMessage());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ophalen met fetchAll()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de verbinding werkt, kun je data ophalen met een SELECT-query.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stappen: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query()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stuur de SQL naar de database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fetchAll()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haal alle rijen op als array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rij is een associatieve array met kolomnamen als sleutels.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fetchAll()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alle rijen (gebruik je voor lijsten)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één rij (gebruik je voor een detailpagina)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kolomnamen in de array komen overeen met de kolomnamen in je database.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'db.php'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$pdo-&gt;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berichten"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$stmt-&gt;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fetchAll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(PDO::FETCH_ASSOC);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($berichten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$rij)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$rij[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.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— 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$rij[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'bericht'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Elke $rij is bijv.: ['naam'=&gt;'Tom', 'bericht'=&gt;'Hoi!', ...]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Gezamenlijke opdracht — db.php bouwen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samen een werkende databaseverbinding voor het gastenboek.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1605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41605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3995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Opdracht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db.php in je gastenboek-map.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Schrijf de DSN met jouw databasenaam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Maak de PDO-verbinding in een try/catch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Zet ERRMODE op EXCEPTION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maak index.php die db.php inlaadt. Zie je een foutmelding als je de databasenaam verkeerd typt?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1261872"/>
            <a:ext cx="41605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261872"/>
            <a:ext cx="41605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261872"/>
            <a:ext cx="3995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Controleer jezelf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48072" y="178308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Verander de databasenaam in iets wat niet bestaat.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zie je? Een nette foutmelding of een technische crash?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de naam terug. Werkt de verbinding nu?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109728" cy="374904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32688"/>
            <a:ext cx="813816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db.php — correcte oplossing: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&lt;?php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$dsn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"mysql:host=localhost;dbname=gastenboek;charset=utf8mb4"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$pdo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new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($dsn,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'root'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$pdo-&gt;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setAttribute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(PDO::ATTR_ERRMODE, PDO::ERRMODE_EXCEPTION);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(PDOException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$e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die(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"Verbinding mislukt: "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$e-&gt;getMessage());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Veelgemaakte fouten: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dbname verkeerd gespeld  ·  wachtwoord vergeten  ·  database niet aangemaakt in phpMyAdmin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database aanmaken in phpMyAdmin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Voordat je verbinding kunt maken, moet de database en tabel bestaan.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phpMyAdmin via localhost/phpmyadmin.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Stappen: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Maak database 'gastenboek' aan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Klik op SQL en voer de CREATE TABLE uit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Controleer of de tabel 'berichten' bestaat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id-kolom is AUTO_INCREMENT: de database geeft automatisch een uniek nummer aan elk bericht.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Voer dit uit in phpMyAdmin -&gt; SQL: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berichten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AUTO_INCREMENT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VARCHAR(100)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datum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DATETIME DEFAULT CURRENT_TIMESTAMP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Test: voeg een testrij in: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berichten (naam, bericht)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'Testgebruiker'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'Dit is een test!'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Klassikale opdracht — eerste pagina met berichten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index.php die alle berichten uit de database toont.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Basis: lijst tonen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index.php.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Laad db.php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Haal alle berichten op met query() + fetchAll()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Loop met foreach over de berichten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Toon naam, bericht en datum in een &lt;div&gt;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voeg via phpMyAdmin een paar berichten in. Zie je ze op de pagina?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Extra: opmaak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elke berichtdiv een rand en wat ruimte.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de datum netjes met date('d-m-Y', strtotime($rij['datum'])).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bovenaan het totaal aantal berichten: 'X berichten gevonden'.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Uitdaging: nieuwste eerst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Verander de query zodat het nieuwste bericht bovenaan staat.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ORDER BY datum DESC in de SQL.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ook LIMIT 10 toe — toon maximaal 10 berichten.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staat er in de DSN en waarom is elke onderdeel nodig?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doet setAttribute(ERRMODE_EXCEPTION) precies?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fetchAll() en fetch()?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is de standaard voor database-communicatie in PHP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db.php bevat de verbinding — gebruik require 'db.php' in elk verwerkingsbestand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DSN bevat host, databasenaam en charset — één typfout = geen verbinding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vangt verbindingsfouten op en toont een nette melding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fetchAll() haalt alle rijen op als array, fetch() haalt één rij op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2, Les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+ WHERE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Gericht data ophalen — één bericht op basis van 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+ LIMIT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Sorteren en paginering — de meest recente berichten tonen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483864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483864"/>
            <a:ext cx="109728" cy="100584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" y="3685032"/>
            <a:ext cx="2560320" cy="31089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685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PHP mixen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648456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Nette pagina bouwen met PHP-data in HTML-structuur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W2L1 - PDO &amp; Database Connectie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