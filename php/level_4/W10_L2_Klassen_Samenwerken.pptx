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Meerdere Klassen Samenwerken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Les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Leerdoelen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Objecten doorgeven aan andere klassen (dependency)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berekenTotaal() in detail begrijpen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items in een bestelling beheren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Nadenken over verantwoordelijkheden (wie doet wat?)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Herhaling: Onze Klassen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011680"/>
          </a:xfrm>
          <a:prstGeom prst="rect">
            <a:avLst/>
          </a:prstGeom>
          <a:solidFill>
            <a:srgbClr val="EBF8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naam, prijs,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beschrijving, voorraad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560320" cy="2011680"/>
          </a:xfrm>
          <a:prstGeom prst="rect">
            <a:avLst/>
          </a:prstGeom>
          <a:solidFill>
            <a:srgbClr val="FFF8E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product-object,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aantal, prijsPerStuk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560320" cy="20116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klantnaam, datum,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van items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82112" y="2240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16752" y="2240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3931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Vorige les bouwden we deze drie klassen. Vandaag laten we ze intensiever samenwerken.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Een Order Bevat Meerdere OrderItems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 = new Order("Lisa de Vries");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 kunt meerdere keren toevoegen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$order-&gt;voegItemToe(new OrderItem($laptop, 1));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$order-&gt;voegItemToe(new OrderItem($muis,   2));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$order-&gt;voegItemToe(new OrderItem($tas,    1));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$order-&gt;items is nu een array met 3 OrderItem-objecten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count($order-&gt;getItems()); //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1363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voegItemToe() voegt elk OrderItem toe aan de interne array. De Order groeit dynamisch mee.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berekenTotaal() — Stap voor Stap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berekenTotaal():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$totaal = 0.0;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($this-&gt;items as $item)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Elk item weet zijn eigen subtotaal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$totaal += $item-&gt;getSubtotaal();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$totaal;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18872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vraagt elk item om zijn subtotaal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berekent: prijs x aantal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telt alles bij elkaar op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klasse doet zijn eigen ding!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Objecten Als Parameter Doorgeven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8346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OrderItem ONTVANGT een Product-object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OrderItem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 $product,  // type hint: alleen Product mag hier!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$aantal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PHP checkt dit automatisch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$item = new OrderItem($laptop, 2);   //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$item = new OrderItem("laptop", 2);  // TypeError!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0050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Door het type te declareren voorkom je bugs en maak je de code zelfverklarend.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 of Concerns — Wie Doet Wat?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2286000"/>
          </a:xfrm>
          <a:prstGeom prst="rect">
            <a:avLst/>
          </a:prstGeom>
          <a:solidFill>
            <a:srgbClr val="EBF8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alles over zichzelf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(naam, prijs, voorraad)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2286000"/>
          </a:xfrm>
          <a:prstGeom prst="rect">
            <a:avLst/>
          </a:prstGeom>
          <a:solidFill>
            <a:srgbClr val="FFF8E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hoeveel van een product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besteld is + berekent subtotaal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22860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Beheert de lijst van items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berekent eindtotaal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661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klasse heeft één verantwoordelijkheid. Dit heet Separation of Concerns — dit principe gebruiken we volgend jaar ook bij CSR.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aan je Order-klasse de volgende methoden toe: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getAantalItems(): int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Geeft het totaal aantal producten terug (opgetelde aantallen, niet het aantal regels)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heeftItem(string $productnaam): bool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Geeft true als een product met die naam in de bestelling zit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beide methoden met een bestelling van 3 verschillende producten.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 werken samen door objecten door te geven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garanderen dat het juiste object meegegeven wordt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klasse heeft één duidelijke taak (Separation of Concerns)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Order weet niet hoe een prijs berekend wordt — dat doet OrderItem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week: modern PHP — type hints, strict types, readonly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Meerdere Klassen Samenwerken</dc:title>
  <dc:subject>PptxGenJS Presentation</dc:subject>
  <dc:creator>PptxGenJS</dc:creator>
  <cp:lastModifiedBy>PptxGenJS</cp:lastModifiedBy>
  <cp:revision>1</cp:revision>
  <dcterms:created xsi:type="dcterms:W3CDTF">2026-05-17T10:23:43Z</dcterms:created>
  <dcterms:modified xsi:type="dcterms:W3CDTF">2026-05-17T10:23:43Z</dcterms:modified>
</cp:coreProperties>
</file>