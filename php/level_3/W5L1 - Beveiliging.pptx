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1: Beveiliging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SQL-injectie, XSS en CSRF voorkomen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password_hash en sessies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SQL-injectie: hoe werkt het?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als oplossing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en CSRF begrijpen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Kwetsbaarheden opsporen en repareren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 slaat een bcrypt-hash op — nooit het wachtwoord zelf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password_verify(invoer, hash) vergelijkt invoer met de opgeslagen hash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registratie controleer je altijd of de gebruikersnaam al bestaat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succesvolle login sla je de gebruiker op in $_SESSION en redirect je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Uitloggen: $_SESSION leegmaken, session_destroy() aanroepen, redirect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SQL-injectie: hoe werkt het?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SQL-injectie treedt op als gebruikersinvoer direct in een SQL-query wordt geplakt.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aanvaller kan dan de query aanpassen: data stelen, wijzigen of de database wissen.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klassieke voorbeeld: ' OR '1'='1 — dit maakt de WHERE-conditie altijd waar.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GEVAARLIJK: invoer direct in query plakken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stel: ' OR '1'='1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gebruikers WHERE naam = '$naam'"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Resultaat: SELECT * FROM gebruikers WHERE naam = '' OR '1'='1'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geeft ALLE gebruikers terug!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Erger: DROP TABLE via invoer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naam = "'; DROP TABLE gebruikers; --"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statements: de oplossing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scheiden de SQL-structuur van de data — injectie is structureel onmogelijk.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? placeholder vertelt de database: dit is data, geen SQL. De waarde wordt altijd veilig behandeld.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altijd prepare() + execute() voor queries met gebruikersinvoer.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VEILIG: prepared statement met placeholder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gebruikers WHERE naam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Zelfs als $naam = "' OR '1'='1" is, werkt injectie NIET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 database zoekt letterlijk naar die tekst als naam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Altijd prepare() + execute() — nooit invoer direct in de 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en CSRF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(Cross-Site Scripting)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aanvaller injecteert JavaScript via invoer. Oplossing: htmlspecialchars() bij output.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(Cross-Site Request Forgery)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kwaadaardige site stuurt verzoek namens ingelogde gebruiker. Oplossing: CSRF-token in formulier.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CSRF-token is een unieke geheime waarde in het formulier — de server controleert of het klopt.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XSS: zonder htmlspecialchars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&lt;script&gt;alert('xss')&lt;/script&gt; werkt!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CSRF token genereren en bewaren in sessie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'csrf'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'csrf'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formulier: &lt;input type="hidden" name="csrf" value="&lt;?= $_SESSION['csrf'] ?&gt;"&gt;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Bij verwerking: controleer $_POST['csrf'] === $_SESSION['csrf']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Kwetsbaarheden repareren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Analyseer de gegeven kwetsbare code en maak hem veilig. Voeg daarna CSRF-bescherming toe aan het berichtformulier.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SQL-injectie zoeken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in jouw project naar queries waar $variabelen direct in de SQL-string staan. Vervang ze door prepared statements met ? placeholders.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XSS controleren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alle echo- en print-statements die gebruikersinvoer tonen. Controleer of htmlspecialchars() toegepast is. Zo niet, voeg het toe.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CSRF-token toevoegen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Genereer een CSRF-token in session_start(). Voeg een hidden input toe aan het berichtformulier. Controleer bij verwerking of $_POST['csrf'] === $_SESSION['csrf'].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Uitdaging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de CSRF-check ook toe aan het berichtformulier in het gastenboek. Zorg dat elk formulier dat data wijzigt een CSRF-token heeft en dat de check bovenaan de verwerking staat.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werkt SQL-injectie precies — welke tekens maakt een aanvaller misbruik van?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is htmlspecialchars() bij output de correcte plek, en niet bij opslaan in de database?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XSS en CSRF — welke aanvaller voert welke actie uit?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SQL-injectie: nooit gebruikersinvoer in SQL plakken — altijd prepared statements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XSS: altijd htmlspecialchars() bij output van gebruikersinvoer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CSRF: een uniek token in het formulier voorkomt verzoeken van buitenaf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 is geen extra stap — het zit in elke query en elke echo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5, Les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Les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Bestandsupload: $_FILES, MIME-type valideren en veilig opslaan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bewerken: formulier pre-fillen en UPDATE uitvoeren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W5L1 - Beveiliging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