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Condities,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Arrays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 for  while  foreach  Functies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les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Variabelen, datatypes, echo  nog vragen?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Condities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elseif, else en vergelijkingsoperatoren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toepassen op een variabele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Loops &amp; Arrays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arrays, foreach, associatieve arrays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Functies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Declareren, aanroepen, parameters, return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Berichtenlijst met array en foreach bouwen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draait op de server  de browser ziet alleen HTML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Variabelen beginnen met $ en zijn hoofdlettergevoelig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stuurt tekst naar de browser  elke regel eindigt met 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basistypes: string, int, float, bool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samenvoegen met .  variabelen werken alleen in dubbele quotes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Condities  if / elseif / else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conditie stuur je je code de juiste kant op.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($conditie) { }  als dit waar is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($andere) { }  anders als dit waar is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 }  in alle andere gevallen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meerdere elseif's ketenen.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en elseif zijn optioneel.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gastenboek gebruik je straks if/else voor: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 gebruiker ingelogd?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Heeft de gebruiker admin-rechten?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het formulier ingevuld?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$score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($score &gt;= 90)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"Uitstekend"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($score &gt;= 55)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"Voldoende"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"Onvoldoende"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Voldoende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Vergelijkingsoperatoren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gebruikt deze operators in condities: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gelijk aan (waarde)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===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identiek (waarde en type)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niet gelijk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&lt;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groter dan / kleiner dan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 &lt;=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groter/kleiner dan of gelijk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vs. ===  gebruik altijd ===!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== "5"   -&gt; true   (waarden gelijk, type maakt niet uit)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=== "5"  -&gt; false  (int  string)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Wat geeft dit terug? Denk eerst na!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$invoer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$score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($invoer == $score)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"Gelijk"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Wat print dit?  Waarom?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($invoer === $score)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"Gelijk"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nu?  Wat is het verschil?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opdracht  samen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PHP-script dat een beoordeling geeft op basis van een score.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41605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Opdracht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score.php: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Maak een variabele $score en geef hem een waarde (bijv. 72)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Schrijf een if/elseif/else die bepaalt: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90 of hoger -&gt; 'Uitstekend'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75 of hoger -&gt; 'Goed'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55 of hoger -&gt; 'Voldoende'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Lager dan 55 -&gt; 'Onvoldoende'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Echo het resultaat naar de pagina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261872"/>
            <a:ext cx="41605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Uitbreiding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ook een variabele $naam toe.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de uitkomst 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'[naam] heeft een [beoordeling] gehaald met [score] punten.'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Klaar? Verander $score naar een andere waarde en ververs. Krijg je de juiste beoordeling?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9728" cy="37490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81381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 score.php: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$score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($score &gt;= 90) { $b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"Uitstekend"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($score &gt;= 75) { $b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"Goed"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($score &gt;= 55) { $b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"Voldoende"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 $b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"Onvoldoende"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"$naam heeft $b gehaald met $score punten."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(toewijzing) gebruiken in plaats van === (vergelijking)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for-loop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for als je van tevoren weet hoeveel keer je wilt herhalen.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(startwaarde; conditie; stap) {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Startwaarde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waar begint de teller?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Conditie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hoe lang blijf je herhalen?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 verandert er elke ronde? ($i++ = +1)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gebruik je for?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een vast aantal herhalingen wilt  bijv. de eerste 10 berichten tonen.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Tel van 1 naar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$i &lt;=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1 2 3 4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Omgekeerd tellen: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($i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$i &gt;=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$i--)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5 4 3 2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while-loop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while als je wilt herhalen zolang een conditie waar is.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($conditie) {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op!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conditie nooit false wordt, loopt het script oneindig. Zorg altijd dat de conditie ooit stopt.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gebruik je while?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niet van tevoren weet hoeveel iteraties er zijn  bijv. lees regels totdat het bestand leeg 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$teller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($teller &lt;=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"Ronde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$teller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$teller++;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Ronde 1 t/m Ronde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Oneindige loop (nooit doen!):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"dit stopt nooit..."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 een lijst van waarden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array slaat meerdere waarden op in n variabele.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array: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Waarden op positie 0, 1, 2,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Aanmaken: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$namen = ["Tom", "Bo", "Cara"];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Opvragen: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$namen[0]  -&gt; Tom  (telling start bij 0!)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$namen[2]  -&gt; Cara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count($namen)  -&gt; 3  (aantal elementen)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$namen[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($namen);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Element toevoegen: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$namen[]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$namen = [Tom, Bo, Cara, Lina]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foreach-loop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loopt door elk element van een array.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($array as $element) {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de meest gebruikte loop in PHP.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Straks gebruik je foreach om alle berichten uit de database te tonen.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Voordeel boven for: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hoeft geen teller bij te houden  PHP doet dat automatisch.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"Cara"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($namen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$naam)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$naam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Bo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Cara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 index meenemen: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($namen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$index =&gt; $naam)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$index . ': ' . $naam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Associatieve arrays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associatieve array gebruik je zelf-gekozen sleutels.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plaats van 0, 1, 2 gebruik je namen: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$bericht["naam"]  -&gt; "Tom"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$bericht["tekst"]  -&gt; "Hallo!"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precies hoe database-resultaten eruitzien!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Straks geeft PDO fetchAll() een array terug waarbij je $rij["naam"] gebruikt  precies deze structuur.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bericht als associatieve array: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$bericht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"naam"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=&gt;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"tekst"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"Geweldige les!"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"datum"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"06-05-2026"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$bericht[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"naam"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Tom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$bericht[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"datum"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06-05-2026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  herbruikbare code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functie is een blok code dat je kunt hergebruiken.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Declareren (eenmalig):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naamVanFunctie($parameter) {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Aanroepen (zo vaak als je wilt):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naamVanFunctie($waarde);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b="1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stuurt een waarde terug aan de aanroeper.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gastenboek gebruik je functies o.a. voor: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Verbinding maken met de database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Controleren of een gebruiker is ingelogd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Tekst opschonen voor veilige opslag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Declareren: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begroet(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$naam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"Hallo, 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$naam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Aanroepen: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begroet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"Alex"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Hallo, Alex!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Meerdere parameters: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optellen(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$a + $b;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optellen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  berichtenlijst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berichten.php: een pagina die een lijst van nep-berichten toont.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Array + foreach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array $berichten met 3 berichten. Elk bericht is een associatieve array met: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'naam' -&gt; naam van de bezoeker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'tekst' -&gt; de berichttekst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'datum' -&gt; een datum als string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met foreach over de array en toon elk bericht in een &lt;div&gt;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Conditie toevoegen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sleutel 'goedgekeurd' toe aan elk bericht (true of false).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alleen de berichten waarbij $bericht['goedgekeurd'] === true.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een teller hoeveel berichten er zijn met count()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Functie schrijven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een functie korteBeschrijving($tekst, $max) die de eerste $max tekens teruggeeft, gevolgd door '...' als de tekst langer 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strlen() om de lengte te meten en substr() om te knippen.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de functie bij het tonen van de berichttekst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heb je de associatieve array aangemaakt  en hoe vraag je een sleutel op?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verschil tussen foreach en for  wanneer kies je welke?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gebruik je return in een functie in plaats van direct echo?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elseif / else maakt keuzes  gebruik === voor veilige vergelijkingen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vast aantal herhalingen  while  zolang conditie geldt  foreach  over array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slaan meerdere waarden op  indexed (0,1,2) of associatief (naam, tekst)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is de standaard voor database-resultaten  die krijg je ook als associatieve array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 zijn herbruikbare blokken  declareer eenmalig, roep overal aan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2,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connectie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Verbinding maken met MySQL vanuit PHP  de database staat klaar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ophalen met SQL en tonen op je pagina met foreach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83864"/>
            <a:ext cx="109728" cy="10058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648456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 dat XAMPP draait en je gastenboek-map klaarstaat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W1L2  Condities, Loops &amp; Arrays</dc:title>
  <dc:subject>PptxGenJS Presentation</dc:subject>
  <dc:creator>ROC Midden Nederland</dc:creator>
  <cp:lastModifiedBy>ROC Midden Nederland</cp:lastModifiedBy>
  <cp:revision>1</cp:revision>
  <dcterms:created xsi:type="dcterms:W3CDTF">2026-05-06T16:01:51Z</dcterms:created>
  <dcterms:modified xsi:type="dcterms:W3CDTF">2026-05-06T16:01:51Z</dcterms:modified>
</cp:coreProperties>
</file>