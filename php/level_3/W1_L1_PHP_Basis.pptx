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Welkom bij PHP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Installatie  Eerste code  Variabelen &amp; datatypes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eindresultaat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 je bouwen deze periode?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Hoe werkt PHP?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Server-side, XAMPP, mapstructuur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Eerste code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PHP-tags, echo, PHP + HTML mixen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opdracht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je eerste PHP-pagina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Variabelen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Variabelen, regels, datatypes, strings samenvoegen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Profielpagina met variabelen bouwen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 je bouwen?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Gastenboek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155448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plaatsen en lezen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account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10712" y="155448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Registreren en veilig inloggen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74320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 of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36792" y="155448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kiest je project -- beide opties komen aan bod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343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is de eerste stap  zonder goede basis staat er niets. Begin klein, bouw op.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werkt PHP?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draait op de server, niet in de browser.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  Browser stuurt verzoek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localhost/gastenboek/index.php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  Server voert de PHP code uit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tussen &lt;?php en ?&gt; wordt uitgevoerd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3  Alleen HTML gaat terug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browser ziet nooit PHP code  alleen het resultaat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 met JavaScript: JS draait in de browser. PHP draait op de server. Voor databases heb je server-side nodig.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Wat de server uitvoert: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&gt;Datum: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'd-m-Y'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?&gt;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Wat de browser ontvangt: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&gt;Datum: 06-05-2026&lt;/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Rechtsklik -&gt; Paginabron: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Geen PHP te zien  alleen HTML!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installeren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geeft je een lokale webserver op je laptop.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Download op apachefriends.org (Windows, PHP 8.x)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Installeer in C:\xampp  verander dit niet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3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 Apache in het Control Panel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4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 naar http://localhost  werkt het?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project komt in: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C:\xampp\htdocs\gastenboek\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Bestanden ALTIJD opslaan als .php  anders voert de server geen code uit!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C:\xampp\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apache\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mysql\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php\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htdocs\   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jouw websites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htdocs\gastenboek\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index.php       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startpagina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stijl.css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Openen in browser: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localhost/gastenboek/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PHP-tags &amp; echo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PHP-code staat altijd tussen &lt;?php en ?&gt;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stuurt tekst naar de browser.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Elke opdracht eindigt met een 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(puntkomma)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Tekst staat tussen 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'...'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"..."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(quotes)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Commentaar met </a:t>
            </a:r>
            <a:pPr indent="0" marL="0">
              <a:buNone/>
            </a:pPr>
            <a:r>
              <a:rPr lang="en-US" sz="125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wordt genegeerd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vs. print: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doen hetzelfde  echo is standaard.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Dit is commentaar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'Hallo wereld!'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Meerdere regels: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"Regel 1&lt;br&gt;"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"Regel 2"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Resultaat: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Hallo wereld!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Regel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Regel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&amp; HTML mixen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PHP en HTML door elkaar gebruiken in n bestand.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server verwerkt het zo: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Alles buiten &lt;?php ?&gt; -&gt; direct naar de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Alles binnen &lt;?php ?&gt; -&gt; uitvoeren, resultaat naar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Handige shorthand: &lt;?= ... ?&gt;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hetzelfde als &lt;?php echo ... ?&gt;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dit patroon: PHP-logica bovenaan het bestand, HTML-structuur eronder. Dan houd je het overzichtelijk.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$titel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"Mijn Gastenboek"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echo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$titel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?&gt;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&gt;Datum: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echo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'd-m-Y'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?&gt;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opdracht  samen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samen een bestand welkom.php in je gastenboek-map.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41605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Opdracht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welkom.php met: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Een &lt;?php ?&gt;-blok bovenaan met twee variabelen: $titel en $naam (jouw naam)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Daaronder een HTML-pagina met een &lt;h1&gt; die de $titel toont en een &lt;p&gt; met 'Welkom, [naam]!'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Toon ook de huidige datum met date()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261872"/>
            <a:ext cx="41605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Controleer jezelf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807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http://localhost/gastenboek/welkom.php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 je jouw naam en datum op de pagina?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Rechtsklik -&gt; Paginabron weergeven: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Zie je nog PHP-code in de bron?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 zie je wl?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09728" cy="37490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81381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welkom.php  correcte oplossing: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$titel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"Mijn Gastenboek"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 echo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$titel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?&gt;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&gt;Welkom,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 echo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?&gt;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!&lt;/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&gt;Datum: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 echo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'd-m-Y'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?&gt;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Veelgemaakte fouten: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extensie .html in plaats van .php  puntkomma vergeten  bestand buiten htdocs opgeslagen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Variabelen  data opslaan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variabele is een opslag met een naam.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PHP begint elke variabele met 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(dollarteken)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Toewijzen met =: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 = "Alex";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waarde erin stoppen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 = "Bo"; 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waarde overschrijven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Lezen met echo: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$naam;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toont: Bo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var_dump($variabele) toont ook het type  handig bij debuggen.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"Alex"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$leeftijd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$actief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Alex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($leeftijd);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int(19)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($actief);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bool(true)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Variabelen  regels en naamgeving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wel: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  $gebruiker_id  $xp2  $_intern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met $ + letter of underscore. Daarna cijfers ook OK.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niet: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$2naam  (start met cijfer)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$mijn naam  (spatie)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$mijn-xp  (koppelteken)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  (geen $)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Hoofdlettergevoelig!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 en $naam zijn twee VERSCHILLENDE variabelen. Wees consistent  gebruik altijd kleine letters.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 Goed: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$gebruiker_id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 Fout: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cijfer eerst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$mijn 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spatie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Verwarrend: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andere variabele!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kent 4 basistypes  het type wordt automatisch bepaald.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tekst, altijd tussen quotes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geheel getal: 42, -7, 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decimaal getal: 3.14, 8.5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waar of onwaar: true / false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ook: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lijst van waarden (volgende les)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geen waarde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Twijfel over het type? Gebruik var_dump() of gettype().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$tekst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"Gastenboek"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$aantal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$prijs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$online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($tekst);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string(10) "Gastenboek"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($online);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bool(true)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samenvoegen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PHP plak je teksten aan elkaar met een punt (.)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Manier 1  punt-operator: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$voornaam . " " . $achternaam;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Manier 2  variabelen in dubbele quotes: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"Hallo $voornaam!";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  enkle quotes werken NIET: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'Hallo $voornaam!';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Resultaat: Hallo $voornaam!   &lt;- letterlijk, niet vervangen!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$voornaam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"Anna"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$achternaam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"Jansen"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Punt-operator: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$voornaam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$achternaam;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Anna Jansen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Dubbele quotes: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"Hallo $voornaam!"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Hallo Anna!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Enkle quotes (variabele NIET vervangen):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'Hallo $voornaam!'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Hallo $voornaam!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  profielpagina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over_mij.php in je gastenboek-map. Werk zelfstandig, vraag hulp als je vast zit.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Variabelen + HTML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variabelen voor: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$naam, $klas, $leeftijd, $hobby, $favoriete_taal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een HTML-pagina: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&lt;h1&gt; met jouw naam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&lt;p&gt; voor klas, leeftijd, hobby en taal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Toon de datum onderaan met date('d-m-Y')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Extra variabelen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minstens 2 extra variabelen toe naar eigen keuze  denk aan: stad, sport, favoriete game, of iets anders.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ze ook op de pagina.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var_dump() tijdelijk om te controleren of het type klopt  verwijder dat daarna.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Test en controleer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localhost/gastenboek/over_mij.php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 je naam in een variabele en ververs  werkt het?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paginabron bekijken: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er nog PHP-code zichtbaar?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 ja: wat gaat er mis?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PHP en JavaScript  waar draait elk?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als je een bestand opslaat als .html in plaats van .php?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enkele en dubbele quotes bij echo?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draait op de server  de browser ziet alleen HTML, nooit PHP-code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geeft je een lokale server: bestanden in htdocs, openen via localhost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stuurt tekst naar de browser  elke opdracht eindigt met ;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Variabelen beginnen met $ en zijn hoofdlettergevoelig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basistypes: string, int, float, bool  PHP bepaalt automatisch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20040" y="461772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61772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6177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472744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samenvoegen met .  variabelen werken alleen in dubbele quotes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1,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elseif, else  code die keuzes maakt op basis van variabelen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foreach  herhaal code zonder copy-paste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83864"/>
            <a:ext cx="109728" cy="10058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648456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waarden in n variabele  de basis voor berichten tonen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W1L1  PHP Basis</dc:title>
  <dc:subject>PptxGenJS Presentation</dc:subject>
  <dc:creator>ROC Midden Nederland</dc:creator>
  <cp:lastModifiedBy>ROC Midden Nederland</cp:lastModifiedBy>
  <cp:revision>1</cp:revision>
  <dcterms:created xsi:type="dcterms:W3CDTF">2026-05-06T16:01:51Z</dcterms:created>
  <dcterms:modified xsi:type="dcterms:W3CDTF">2026-05-06T16:01:51Z</dcterms:modified>
</cp:coreProperties>
</file>