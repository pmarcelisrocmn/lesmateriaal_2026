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Domeinklassen voor het Bestelsysteem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D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· Les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Jaar 1 · Periode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Leerdoelen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bestelsysteem begrijpen — wat gaan we bouwen?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zijn domain classes?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klassen Product, OrderItem en Order bouwen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Objecten aanmaken en testen zonder database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 Gaan We Bouwen?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377440" cy="2011680"/>
          </a:xfrm>
          <a:prstGeom prst="rect">
            <a:avLst/>
          </a:prstGeom>
          <a:solidFill>
            <a:srgbClr val="1E2D40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Producten toevoegen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Producten bewerken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Producten verwijderen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80360" y="2103120"/>
            <a:ext cx="457200" cy="73152"/>
          </a:xfrm>
          <a:prstGeom prst="rect">
            <a:avLst/>
          </a:prstGeom>
          <a:solidFill>
            <a:srgbClr val="6B7F8A"/>
          </a:solidFill>
          <a:ln w="12700">
            <a:solidFill>
              <a:srgbClr val="6B7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2011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377440" cy="2011680"/>
          </a:xfrm>
          <a:prstGeom prst="rect">
            <a:avLst/>
          </a:prstGeom>
          <a:solidFill>
            <a:srgbClr val="EBF8F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2801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173736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Producten bekijken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winkelwagen stoppen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2011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0" y="1188720"/>
            <a:ext cx="2377440" cy="201168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2801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Winkelwagen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173736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Afrekenen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Bestelling opslaan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solidFill>
            <a:srgbClr val="EBF8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50215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 beginnen we met de bouwstenen: de klassen die data voorstellen.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Classes — Data als Object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classes zijn simpele klassen die een 'ding' uit de echte wereld voorstellen. Ze bevatten data, maar nauwelijks logica.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560320" cy="2560320"/>
          </a:xfrm>
          <a:prstGeom prst="rect">
            <a:avLst/>
          </a:prstGeom>
          <a:solidFill>
            <a:srgbClr val="EBF8F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naam, prijs, beschrijving, voorraad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737360"/>
            <a:ext cx="2560320" cy="2560320"/>
          </a:xfrm>
          <a:prstGeom prst="rect">
            <a:avLst/>
          </a:prstGeom>
          <a:solidFill>
            <a:srgbClr val="FFF8E1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OrderItem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83280" y="237744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product-object, aantal, prijs op moment van bestelling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737360"/>
            <a:ext cx="2560320" cy="256032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17920" y="237744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klantnaam, datum, lijst van items, totaalprijs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90672" y="28803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25312" y="28803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Product-klasse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97280"/>
            <a:ext cx="79552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$naam;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float  $prijs;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$beschrijving;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   $voorraad;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__construct(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$naam, float $prijs,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$beschrijving, int $voorraad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$this-&gt;naam         = $naam;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$this-&gt;prijs        = $prijs;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$this-&gt;beschrijving = $beschrijving;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$this-&gt;voorraad     = $voorraad;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getNaam(): string        { return $this-&gt;naam;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getPrijs(): float        { return $this-&gt;prijs;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getBeschrijving(): string { return $this-&gt;beschrijving;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getVoorraad(): int       { return $this-&gt;voorraad;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OrderItem-klasse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97280"/>
            <a:ext cx="79552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OrderItem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Product $product;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    $aantal;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float   $prijsPerStuk; // prijs op moment van bestelling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__construct(Product $product, int $aantal)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$this-&gt;product      = $product;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$this-&gt;aantal       = $aantal;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$this-&gt;prijsPerStuk = $product-&gt;getPrijs();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getProduct(): Product { return $this-&gt;product;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getAantal(): int      { return $this-&gt;aantal;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getSubtotaal(): float { return $this-&gt;prijsPerStuk * $this-&gt;aantal;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EBF8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43708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 slaan de prijs op het moment van bestellen op. Zelfs als de productprijs later verandert, klopt de rekening.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Order-klasse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97280"/>
            <a:ext cx="79552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Order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$klantnaam;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array  $items = [];  // array van OrderItem objecten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$datum;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__construct(string $klantnaam)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$this-&gt;klantnaam = $klantnaam;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$this-&gt;datum     = date('Y-m-d H:i:s');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voegItemToe(OrderItem $item): void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$this-&gt;items[] = $item;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berekenTotaal(): float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$totaal = 0.0;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foreach ($this-&gt;items as $item)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$totaal += $item-&gt;getSubtotaal();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$totaal;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getItems(): array      { return $this-&gt;items;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getKlantnaam(): string { return $this-&gt;klantnaam;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Alles Samenvoegen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0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97280"/>
            <a:ext cx="7955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Producten aanmaken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$laptop = new Product("Laptop Pro", 999.99, "Krachtige laptop", 10);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$muis   = new Product("Draadloze Muis", 29.99, "Ergonomische muis", 50);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Bestelling aanmaken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$order = new Order("Jan Jansen");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$order-&gt;voegItemToe(new OrderItem($laptop, 1));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$order-&gt;voegItemToe(new OrderItem($muis, 2));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"Klant: "   . $order-&gt;getKlantnaam() . "\n";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"Totaal: €" . $order-&gt;berekenTotaal() . "\n"; // €1059.97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3886200"/>
            <a:ext cx="8229600" cy="594360"/>
          </a:xfrm>
          <a:prstGeom prst="rect">
            <a:avLst/>
          </a:prstGeom>
          <a:solidFill>
            <a:srgbClr val="EBF8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9136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klassen, samengesteld tot een werkend systeem — puur met objecten, nog geen database.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Oefening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 de drie klassen (Product, OrderItem, Order) zelf na in een nieuw PHP-bestand.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daarna een testbestelling: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producten naar keuze (zelf bedenken)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beide toe aan een Order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de klantnaam, de productnamen en het totaalbedrag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geen database nodig — dit werkt puur met objecten!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Samenvatting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classes stellen echte 'dingen' voor uit de probleemwereld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OrderItem en Order zijn de bouwstenen van ons systeem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Objecten kunnen andere objecten bevatten (compositie)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berekenTotaal() loopt door alle items — logica hoort bij de data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les: klassen nog meer laten samenwerken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Domeinklassen voor het Bestelsysteem</dc:title>
  <dc:subject>PptxGenJS Presentation</dc:subject>
  <dc:creator>PptxGenJS</dc:creator>
  <cp:lastModifiedBy>PptxGenJS</cp:lastModifiedBy>
  <cp:revision>1</cp:revision>
  <dcterms:created xsi:type="dcterms:W3CDTF">2026-05-17T10:23:43Z</dcterms:created>
  <dcterms:modified xsi:type="dcterms:W3CDTF">2026-05-17T10:23:43Z</dcterms:modified>
</cp:coreProperties>
</file>