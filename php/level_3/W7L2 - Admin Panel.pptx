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Admin Panel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Gebruikersbeheer, overzichtstabellen en paginering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Rolgebaseerde toegang en auth-functies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structuur en navigatie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Gebruikersbeheer: lijst, rol wijzigen, verwijderen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Paginering: LIMIT en OFFSET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bouwen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opslaan in database, bij inloggen in $_SESSION['rol'] bewaren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auth.php met vereisInloggen() en vereisAdmin() — herbruikbaar op elke pagina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require_once 'auth.php' + vereisAdmin() bovenaan admin-pagina's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aanpassen op basis van rol: knoppen conditioneel tonen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altijd uit de sessie lezen — nooit uit URL of GET-parameter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structuur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admin panel is een aparte sectie van de applicatie die alleen voor admins toegankelijk is.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een aparte map 'admin/' met eigen PHP-bestanden. Elk bestand begint met require_once '../auth.php' + vereisAdmin().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admin/index.php als startpunt met navigatie naar gebruikersbeheer en berichtenbeheer.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admin/index.php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'../auth.php'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vereisAdmin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'../db.php'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Statistieken ophalen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COUNT(*) FROM gebruikers'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$aantalGebruikers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fetchColumn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COUNT(*) FROM gastenboek'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$aantalBerichten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fetchColumn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Gebruikersbeheer: lijst en rol wijzigen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alle gebruikers in een tabel met hun ID, naam, rol en registratiedatum.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admin kan de rol van een andere gebruiker wijzigen via een formulier met POST. De eigen rol mag een admin niet wijzigen.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een SELECT met alle kolommen; een UPDATE SET rol = ? WHERE id = ? voor de wijziging.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Alle gebruikers ophalen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id, naam, rol, aangemaakt_op FROM gebruikers ORDER BY aangemaakt_op DESC'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(PDO::FETCH_ASSOC);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Rol wijzigen (POST)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!==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'UPDATE gebruikers SET rol = ? WHERE id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$nieuweRol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Paginering met LIMIT en OFFSET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er veel rijen zijn, wil je ze niet allemaal tegelijk laden. Paginering laadt een vaste portie per pagina.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bepaalt hoeveel rijen je ophaalt. OFFSET bepaalt hoeveel je overslaat (pagina × per_pagina).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Bereken het totaal aantal rijen met COUNT(*) om te weten hoeveel pagina's er zijn.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$perPagina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$pagina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$pagina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(int)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$offset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$pagina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$perPagina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Totaal aantal rijen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COUNT(*) FROM gastenboek'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fetchColumn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$aantalPaginas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$perPagina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Query met LIMIT en OFFSET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gastenboek ORDER BY datum DESC LIMIT ? OFFSET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$perPagina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$offset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Admin panel bouwen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admin/index.php met statistieken en admin/gebruikers.php met een gebruikerslijst en rolbeheer.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admin/index.php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met vereisAdmin(). Toon het aantal gebruikers en berichten met COUNT(*) + fetchColumn(). Maak een eenvoudige navigatie naar gebruikers.php en berichten.php.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Gebruikerslijst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alle gebruikers in een HTML-tabel met kolommen: ID, naam, rol, aangemaakt op. Voeg per rij een formulier toe om de rol te wijzigen (select: 'gebruiker'/'admin', POST).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Berichtenoverzicht met paginering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alle berichten in admin/berichten.php met 10 per pagina. Haal het totaal op met COUNT(*). Genereer pagineringslinks: ?p=1, ?p=2, etc.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 — Zoeken in admin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zoekbalk toe aan de gebruikerslijst. Filter met WHERE naam LIKE ?. Combineer met paginering: zorg dat de zoekterm ook in de pagineringslinks meekomt als GET-parameter.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moet je de eigen rol als admin niet kunnen wijzigen — wat kan er anders fout gaan?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werkt OFFSET precies — welke berekening maak je voor pagina 3 met 10 items per pagina?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extra beveiligingscontroles voeg je toe aan admin-formulieren die je niet hebt bij gewone gebruikersformulieren?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in aparte map 'admin/' — elk bestand begint met vereisAdmin()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fetchColumn() geeft direct één waarde terug — handig voor COUNT(*)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Gebruikersbeheer: UPDATE SET rol = ? WHERE id = ?, eigen rol niet wijzigbaar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Paginering: LIMIT = items per pagina, OFFSET = (pagina - 1) × per_pagina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ceil(totaal / perPagina) geeft het aantal pagina's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8,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Les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Debuggen en afmaken: var_dump, error_log en eindproduct checklist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hulp en herhaling: overzicht van alle leerstof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W7L2 - Admin Panel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