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 &amp; Access Modifiers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Les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Leerdoelen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__construct() schrijven en gebruiken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Begrijpen wat public, private en protected doen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schrijven voor private properties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Product-klasse verbeteren met encapsulatie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Herhaling: Klassen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Vorige les maakten we klassen met publieke properties: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1945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7955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$naam;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float $prijs;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Product();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$p-&gt;naam = "Laptop";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3C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84048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 Wat als iemand een negatieve prijs instelt? Of een lege naam? We hebben geen controle over de data!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Constructor — __construct()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constructor wordt automatisch aangeroepen zodra je new gebruikt: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7955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$naam;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float $prijs;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Wordt automatisch aangeroepen bij `new Product(...)`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__construct(string $naam, float $prijs)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$this-&gt;naam  = $naam;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$this-&gt;prijs = $prijs;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 MOET je naam en prijs meegeven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$laptop = new Product("Laptop Pro", 999.99);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544568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 constructor zorgt dat een object altijd in een geldige begintoestand start.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Modifiers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25603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 toegankelijk — binnen de klasse, buiten de klasse en in subklassen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256032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97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0" y="16002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toegankelijk binnen de klasse zelf — niet van buitenaf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560320" cy="2560320"/>
          </a:xfrm>
          <a:prstGeom prst="rect">
            <a:avLst/>
          </a:prstGeom>
          <a:solidFill>
            <a:srgbClr val="FFF8E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097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16002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Toegankelijk binnen de klasse en in subklassen (erfenis)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9476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Vuistregel: Begin met private. Maak alleen public wat echt van buitenaf nodig is.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Properties + Getters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$prijs;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__construct(string $naam, float $prijs)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$this-&gt;naam  = $naam;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$this-&gt;prijs = $prijs;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Getter: lees-alleen toegang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getNaam(): string { return $this-&gt;naam;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getPrijs(): float { return $this-&gt;prijs;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getPrijsMetBTW(): float { return $this-&gt;prijs * 1.21;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Product("Laptop", 999.99);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$p-&gt;getNaam();       // "Laptop"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$p-&gt;naam = "Hacker";   // Fatal error!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Validatie in de Constructor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9260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__construct(string $naam, float $prijs)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(empty($naam))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InvalidArgumentException("Naam mag niet leeg zijn.");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($prijs &lt; 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InvalidArgumentException("Prijs mag niet negatief zijn.");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$this-&gt;naam  = $naam;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$this-&gt;prijs = $prijs;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09651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 constructor beschermt de data. Ongeldig object? Dan kan het niet aangemaakt worden.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je Auto-klasse van de vorige les aan: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 properties private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een constructor toe die merk, bouwjaar en kilometerstand instelt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validatie toe: bouwjaar moet tussen 1900 en 2026 liggen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getters voor alle drie de properties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je klasse door een Auto aan te maken en de getters aan te roepen.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__construct() wordt automatisch aangeroepen bij new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properties zijn beschermd tegen ongewenste aanpassingen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geven gecontroleerde leestoegang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in de constructor houdt data consistent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les: domeinklassen bouwen voor ons bestelsysteem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 &amp; Access Modifiers</dc:title>
  <dc:subject>PptxGenJS Presentation</dc:subject>
  <dc:creator>PptxGenJS</dc:creator>
  <cp:lastModifiedBy>PptxGenJS</cp:lastModifiedBy>
  <cp:revision>1</cp:revision>
  <dcterms:created xsi:type="dcterms:W3CDTF">2026-05-17T10:23:43Z</dcterms:created>
  <dcterms:modified xsi:type="dcterms:W3CDTF">2026-05-17T10:23:43Z</dcterms:modified>
</cp:coreProperties>
</file>