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822960"/>
            <a:ext cx="292608" cy="292608"/>
          </a:xfrm>
          <a:prstGeom prst="ellipse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52360" y="1417320"/>
            <a:ext cx="292608" cy="29260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2011680"/>
            <a:ext cx="292608" cy="292608"/>
          </a:xfrm>
          <a:prstGeom prst="ellipse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52360" y="26060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28800"/>
            <a:ext cx="109728" cy="11887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08960"/>
            <a:ext cx="109728" cy="82296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3 · PHP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1: Debuggen &amp; Afmaken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var_dump, error_log en eindproduct checklist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· Les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9552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8412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106070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panel, paginering en gebruikersbeheer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4128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163677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Debuggen met var_dump en error_log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947672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" y="1993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" y="2212848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foutmeldingen begrijpen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523744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4128" y="25694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24128" y="2788920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Eindproduct checklist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099816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4128" y="3145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24128" y="3364992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afmaken en controleren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67588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" y="3721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24128" y="394106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Uitwerkingen bespreken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425196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solidFill>
            <a:srgbClr val="B0B8C9"/>
          </a:solidFill>
          <a:ln w="12700">
            <a:solidFill>
              <a:srgbClr val="B0B8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4128" y="4297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Afsluiting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24128" y="451713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Samenvatting en vooruitblik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 vorige 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960120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in aparte map 'admin/' — elk bestand start met vereisAdmin()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709928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fetchColumn() geeft direct één waarde terug — handig voor COUNT(*)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459736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Paginering: LIMIT = items per pagina, OFFSET = (pagina - 1) × per_pagina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209544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Gebruikersbeheer: rol wijzigen via UPDATE WHERE id = ?, eigen rol niet aanpasbaar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959352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compleet: statistieken, gebruikerslijst en berichtenoverzicht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Debuggen met var_dump en error_log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var_dump() toont het type én de waarde van een variabele — onmisbaar om te zien wat PHP werkelijk heeft.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error_log() schrijft een bericht naar het PHP-logbestand — gebruik dit op productie in plaats van echo.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Verwijder altijd var_dump()-statements vóór je inlevert — ze tonen interne data aan bezoekers.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Snel debuggen: var_dump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var_dump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$bericht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array(4) { ["id"]=&gt;int(5) ...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var_dump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$_SESSION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alles in de sessie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Loggen zonder output op de pagina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error_log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'Gebruiker ingelogd: 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$_SESSION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'naam'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error_log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$fouten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array als string in log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PDO fouten zichtbaar maken (in development)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setAttribute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(PDO::ATTR_ERRMODE, PDO::ERRMODE_EXCEPTION);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foutmeldingen begrijpen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kent verschillende fouttypen — elk heeft een andere ernst en aanpak.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Error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script stopt. </a:t>
            </a:r>
            <a:pPr indent="0" marL="0">
              <a:buNone/>
            </a:pPr>
            <a:r>
              <a:rPr lang="en-US" sz="125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script loopt door. </a:t>
            </a:r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kleine melding, vaak undefined variable.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 in development altijd error_reporting(E_ALL) en display_errors=On zodat je niets mist.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Bovenaan index.php tijdens development: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ini_set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'display_errors'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ini_set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'display_startup_errors'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error_reporting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(E_ALL);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Veelgemaakte fouten: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Undefined variable  → isset() of ?? gebruiken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Undefined index     → array-sleutel controleren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Headers already sent → echo/HTML vóór session_start()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 to undefined fn → typefout in functienaam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Eindproduct checklist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Vóór je inlevert: doorloop deze punten. Een werkend project dat onveilig is scoort lager.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Functionaliteit, beveiliging en code-kwaliteit tellen alle drie mee bij de beoordeling.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als gewone gebruiker én als admin — beide flows moeten correct werken.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Checklist eindproduct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Functionaliteit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□ Registratie en login werken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□ Bericht toevoegen, bewerken, verwijderen werkt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□ Admin-rol en admin panel werken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Beveiliging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□ Alle queries gebruiken prepared statements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□ Alle output gebruikt htmlspecialchars()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□ Wachtwoorden zijn gehashed met password_hash()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□ Autorisatiecheck op bewerken en verwijderen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Code-kwaliteit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□ Geen var_dump() of debug-echo's in de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□ db.php in aparte include, niet overal herhaald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— Project afmaken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de checklist om jouw gastenboek-applicatie door te lopen. Fix wat nog mist of kapot 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61872"/>
            <a:ext cx="2788920" cy="4572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Stap 1 — Checklist doorlopen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elk punt van de checklist af. Noteer wat nog ontbreekt of niet werkt. Prioriteer: beveiliging eerst, dan functionaliteit, dan code-kwaliteit.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898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8980" y="1261872"/>
            <a:ext cx="2788920" cy="4572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870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Stap 2 — Debuggen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3357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 error_reporting(E_ALL) + display_errors=1 bovenaan. Los alle Notices en Warnings op. Gebruik var_dump() om te zien wat er in je variabelen zit.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261872"/>
            <a:ext cx="2788920" cy="4572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Stap 3 — Beveiligingsaudit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2823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Zoek alle queries op: gebruiken ze prepared statements? Zoek alle echo/print: staat er htmlspecialchars() om heen? Controleer alle POST-handlers op autorisatie.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5830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58300" y="1261872"/>
            <a:ext cx="2788920" cy="45720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802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Stap 4 — Opleveren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2289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Verwijder alle var_dump() en debug-code. Zet display_errors terug op 0. Controleer of de README of installatiehandleiding up to date is. Lever in via de afgesproken methode.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· Les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 we het samen bespreken: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145389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fout of bug kostte je de meeste tijd om op te lossen — hoe heb je hem gevonden?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227685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verschil tussen display_errors=On tijdens development en op productie?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09981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 punt van de checklist was het moeilijkst te implementeren en waarom?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heb je vandaag geleerd?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978408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var_dump() toont type en waarde — altijd verwijderen vóór inleveren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728216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error_log() schrijft naar het logbestand zonder output op de pagina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478024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error_reporting(E_ALL) + display_errors=1 tijdens development, 0 op productie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227832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Checklist: functionaliteit, beveiliging (prepared statements, htmlspecialchars, password_hash), code-kwaliteit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3977640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als gewone gebruiker én als admin — beide flows moeten werken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59168" y="365760"/>
            <a:ext cx="1737360" cy="49377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59168" y="1005840"/>
            <a:ext cx="1737360" cy="49377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59168" y="1645920"/>
            <a:ext cx="1737360" cy="493776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286000"/>
            <a:ext cx="1737360" cy="49377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Iets onduidelijk? Ergens niet uitgekomen?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het nu!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php.net/manual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w3schools.com/php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"PHP [onderwerp] voorbeeld"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 — Week 8, Les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109728" cy="100584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Les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307592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hulp en herhaling: overzicht van alle leerstof W1–W8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313432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313432"/>
            <a:ext cx="109728" cy="10058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478024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stap: frameworks, MVC-patroon of API-development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 je werk van vandaag mee — je hebt het nodig!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W8L1 - Debuggen &amp; Afmaken</dc:title>
  <dc:subject>PptxGenJS Presentation</dc:subject>
  <dc:creator>ROC Midden Nederland</dc:creator>
  <cp:lastModifiedBy>ROC Midden Nederland</cp:lastModifiedBy>
  <cp:revision>1</cp:revision>
  <dcterms:created xsi:type="dcterms:W3CDTF">2026-05-08T20:24:47Z</dcterms:created>
  <dcterms:modified xsi:type="dcterms:W3CDTF">2026-05-08T20:24:47Z</dcterms:modified>
</cp:coreProperties>
</file>