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Rolgebaseerde Toegang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$_SESSION['rol'], toegangscheck en middleware-patroon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compleet: DELETE en soft delete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Rollen: gebruiker vs admin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Toegangscheck als herbruikbare functie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Middleware-patroon in PHP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Admin-pagina beveiligen met rolcheck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altijd met WHERE id = ? — nooit de hele tabel wissen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Verwijderen via POST-formulier, nooit via een GET-link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Bevestigingsstap toevoegen vóór definitieve DELETE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delete: kolom 'verwijderd_op' — data blijft bewaard in database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is volledig: Create, Read, Update en Delete werken in het gastenboek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Rollen: gebruiker vs admin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elke ingelogde gebruiker mag hetzelfde doen. Een admin kan berichten van anderen verwijderen, een gewone gebruiker niet.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rol op in de database (kolom 'rol': 'gebruiker' of 'admin') en bewaar hem in de sessie bij het inloggen.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 in de sessie is de bron van waarheid voor toegangscontrole — niet de URL of een GET-parameter.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Bij inloggen: rol ophalen en in sessie bewaren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* FROM gebruikers WHERE naam = 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password_verify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$wachtwoord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'wachtwoord_hash'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'gebruiker' of 'admin'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Toegangscheck als herbruikbare functie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de toegangscheck op elke pagina opnieuw schrijft, vergeet je hem vroeg of laat ergens.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 check in een functie in auth.php. Elke beveiligde pagina includeert auth.php en roept de functie aan.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functie redirect automatisch naar login.php als de check mislukt.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vereisInloggen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login.php'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vereisAdmin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vereisInloggen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!==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index.php'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auth.php gebruiken in je project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beveiligde pagina begint met twee regels: auth.php inladen en de juiste check aanroepen.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puur PHP: require_once 'auth.php' bovenaan elke beveiligde pagina, dan de juiste functie aanroepen.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UI ook aan: toon bewerken/verwijderen knoppen alleen als de gebruiker eigenaar is of admin.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vereisAdmin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redirect als geen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'db.php'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UI: knoppen conditioneel tonen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$isEigenaar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$isAdmin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$isEigenaar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$isAdmin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toon knoppen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Rolgebaseerde toegang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admin-rol toe aan het systeem en beveilig pagina's met herbruikbare auth-functies.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Tabel aanpassen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kolom 'rol' (ENUM 'gebruiker','admin', DEFAULT 'gebruiker') toe aan de tabel gebruikers. Stel één account in als admin via phpMyAdmin.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auth.php maken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auth.php met functies vereisInloggen() en vereisAdmin(). vereisInloggen() checkt $_SESSION['gebruiker_id']. vereisAdmin() roept eerst vereisInloggen() aan, dan checkt $_SESSION['rol'].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Pagina's beveiligen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require_once 'auth.php' + vereisInloggen() toe bovenaan bewerken.php en verwijder.php. Voeg vereisAdmin() toe aan een nog te maken admin.php.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Stap 4 — UI aanpassen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bewerk- en verwijderknoppen op index.php alleen als $isEigenaar || $isAdmin. Test door in te loggen als gewone gebruiker — knoppen mogen niet zichtbaar zijn bij berichten van anderen.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mag je de rol niet uit de URL of een GET-parameter lezen — wat kan een aanvaller dan doen?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voordeel van auth.php met functies ten opzichte van de check op elke pagina herhalen?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zou je meer dan twee rollen (gebruiker, moderator, admin) implementeren met dezelfde aanpak?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opslaan in de database, bij inloggen in $_SESSION['rol'] bewaren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Toegangscheck in herbruikbare functies: vereisInloggen() en vereisAdmin()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require_once 'auth.php' bovenaan elke beveiligde pagina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aanpassen op basis van rol: knoppen conditioneel tonen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de rol uit een URL of formulierveld lezen — altijd uit de sessie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7,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Les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panel: gebruikersbeheer, overzichten en paginering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Debuggen en afmaken: var_dump, error_log en eindproduct checklist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W7L1 - Rolgebaseerde Toegang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