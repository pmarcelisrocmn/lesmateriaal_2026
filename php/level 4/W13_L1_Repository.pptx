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in een Klasse — Repository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DB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· Les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4572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Jaar 1 · Periode 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Leerdoelen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Begrijpen waarom SQL in losse bestanden een probleem is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ProductRepository-klasse bouwen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 doorgeven via de constructor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Methoden: findAll(), findById(), save(), delete()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hydrate(): een databaserij omzetten naar een object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Door Je Hele Project — Dat Wordt Rommelig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846320" cy="320040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4572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products.php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 = $pdo-&gt;prepare("SELECT * FROM products");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admin/edit.php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 = $pdo-&gt;prepare("SELECT * FROM products WHERE id=?");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admin/delete.php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 = $pdo-&gt;prepare("DELETE FROM products WHERE id=?");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checkout.php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 = $pdo-&gt;prepare("SELECT * FROM products WHERE id=?");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0" y="914400"/>
            <a:ext cx="3383280" cy="3200400"/>
          </a:xfrm>
          <a:prstGeom prst="rect">
            <a:avLst/>
          </a:prstGeom>
          <a:solidFill>
            <a:srgbClr val="EBF8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23560" y="1005840"/>
            <a:ext cx="31089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de tabelnaam verandert, moet je OVERAL zoeken.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de SQL-logica complexer wordt, moet je ALLES aanpassen.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is onhoudbaar.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Repository — Één Plek voor Database-code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468880" cy="502920"/>
          </a:xfrm>
          <a:prstGeom prst="rect">
            <a:avLst/>
          </a:prstGeom>
          <a:solidFill>
            <a:srgbClr val="EBF8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products.php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600200" y="1508760"/>
            <a:ext cx="0" cy="45720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37560" y="1005840"/>
            <a:ext cx="2468880" cy="502920"/>
          </a:xfrm>
          <a:prstGeom prst="rect">
            <a:avLst/>
          </a:prstGeom>
          <a:solidFill>
            <a:srgbClr val="EBF8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005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admin/products.php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508760"/>
            <a:ext cx="0" cy="45720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005840"/>
            <a:ext cx="2468880" cy="502920"/>
          </a:xfrm>
          <a:prstGeom prst="rect">
            <a:avLst/>
          </a:prstGeom>
          <a:solidFill>
            <a:srgbClr val="EBF8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005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checkout.php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543800" y="1508760"/>
            <a:ext cx="0" cy="45720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0" y="1965960"/>
            <a:ext cx="457200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19659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ProductRepository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0" y="2606040"/>
            <a:ext cx="0" cy="457200"/>
          </a:xfrm>
          <a:prstGeom prst="line">
            <a:avLst/>
          </a:prstGeom>
          <a:noFill/>
          <a:ln w="25400">
            <a:solidFill>
              <a:srgbClr val="6B7F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3063240"/>
            <a:ext cx="2743200" cy="502920"/>
          </a:xfrm>
          <a:prstGeom prst="rect">
            <a:avLst/>
          </a:prstGeom>
          <a:solidFill>
            <a:srgbClr val="6B7F8A"/>
          </a:solidFill>
          <a:ln w="12700">
            <a:solidFill>
              <a:srgbClr val="6B7F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3063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solidFill>
            <a:srgbClr val="EBF8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88620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repository is de ENIGE klasse die SQL schrijft voor producten. Alle andere code vraagt gewoon aan de repository.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ProductRepository — Basis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402336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7955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declare(strict_types=1);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namespace Bestelsysteem;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PDO;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Bestelsysteem\Domain\Product;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ProductRepository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__construct(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readonly PDO $pdo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{}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findAll(): array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$stmt = $this-&gt;pdo-&gt;prepare("SELECT * FROM products");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$stmt-&gt;execute();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$rows = $stmt-&gt;fetchAll();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array_map($this-&gt;hydrate(...), $rows);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findById(int $id): ?Product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$stmt = $this-&gt;pdo-&gt;prepare("SELECT * FROM products WHERE id = ?");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$stmt-&gt;execute([$id]);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$row = $stmt-&gt;fetch();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$row ? $this-&gt;hydrate($row) : null;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save() en delete()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402336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7955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save(Product $product): Product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$stmt = $this-&gt;pdo-&gt;prepare(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"INSERT INTO products (naam, prijs, beschrijving, voorraad)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VALUES (?, ?, ?, ?)"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$stmt-&gt;execute([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$product-&gt;naam,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$product-&gt;prijs,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$product-&gt;beschrijving,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$product-&gt;voorraad,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$id = (int) $this-&gt;pdo-&gt;lastInsertId();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new Product($id, $product-&gt;naam, $product-&gt;prijs,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$product-&gt;beschrijving, $product-&gt;voorraad);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delete(int $id): void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$stmt = $this-&gt;pdo-&gt;prepare("DELETE FROM products WHERE id = ?");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$stmt-&gt;execute([$id]);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hydrate() — Databaserij naar Object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237744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7955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Private helper: zet een ruwe DB-rij om naar een Product-object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function hydrate(array $row): Product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new Product(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         (int)   $row['id'],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naam:               $row['naam'],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prijs:       (float) $row['prijs'],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beschrijving:       $row['beschrijving'],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voorraad:    (int)   $row['voorraad'],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solidFill>
            <a:srgbClr val="EBF8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52044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hydrate() is de vertaler tussen de database-wereld (arrays) en de PHP-wereld (objecten).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findAll() en findById() gebruiken hem.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Repository Gebruiken in een PHP-pagina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79552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declare(strict_types=1);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 __DIR__ . '/vendor/autoload.php';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Bestelsysteem\ProductRepository;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PDO verbinding (eenmalig)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$pdo = new PDO('mysql:host=localhost;dbname=bestelsysteem', 'root', '');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$pdo-&gt;setAttribute(PDO::ATTR_DEFAULT_FETCH_MODE, PDO::FETCH_ASSOC);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Repository aanmaken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$repo = new ProductRepository($pdo);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Producten ophalen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$producten = $repo-&gt;findAll();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($producten as $product)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$product-&gt;naam . ' — €' . $product-&gt;prijs . '&lt;br&gt;';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solidFill>
            <a:srgbClr val="EBF8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443484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pagina hoeft geen SQL te kennen. Gewoon $repo-&gt;findAll() aanroepen.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Oefening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Bouw de ProductRepository na: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Maak de tabel products aan in MySQL (id, naam, prijs, beschrijving, voorraad)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Schrijf de repository met findAll(), findById(), save(), delete(), hydrate()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Maak een products.php die alle producten toont via de repository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Bonus: voeg een update(Product $product): void methode toe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Samenvatting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= alle SQL voor één tabel in één klasse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 wordt via de constructor meegegeven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hydrate() zet DB-rijen om naar objecten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Pagina's hoeven geen SQL te kennen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les: OrderRepository + nadenken over architectuur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W13 Les 1 — Repository</dc:title>
  <dc:subject>PptxGenJS Presentation</dc:subject>
  <dc:creator>PptxGenJS</dc:creator>
  <cp:lastModifiedBy>PptxGenJS</cp:lastModifiedBy>
  <cp:revision>1</cp:revision>
  <dcterms:created xsi:type="dcterms:W3CDTF">2026-05-17T10:23:46Z</dcterms:created>
  <dcterms:modified xsi:type="dcterms:W3CDTF">2026-05-17T10:23:46Z</dcterms:modified>
</cp:coreProperties>
</file>