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Architectuur — Wie Doet Wat?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Les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OrderRepository bouwen voor bestellingen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wat Separation of Concerns betekent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lagendiagram tekenen van het systeem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Procedureel (week 2) vergelijken met OOP nu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 preview: hoe gaat dit er in jaar 2 uitzien?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OrderRepository — Bestellingen in de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__construct(private readonly PDO $pdo) {}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save(Order $order): 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Stap 1: order-header opslaan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 = $this-&gt;pdo-&gt;prepare(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"INSERT INTO orders (klantnaam, datum) VALUES (?, ?)"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$stmt-&gt;execute([$order-&gt;getKlantnaam(), date('Y-m-d H:i:s')]);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$orderId = (int) $this-&gt;pdo-&gt;lastInsertId();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Stap 2: elk item opslaan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($order-&gt;getItems() as $item)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$stmt = $this-&gt;pdo-&gt;prepare(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"INSERT INTO order_items (order_id, product_id, aantal, prijs)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VALUES (?, ?, ?, ?)"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$stmt-&gt;execute([$orderId, $item-&gt;product-&gt;id,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$item-&gt;aantal, $item-&gt;product-&gt;prijs]);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$orderId;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OrderRepository — findAll()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findAll(): array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 = $this-&gt;pdo-&gt;prepare(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orders ORDER BY datum DESC"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$stmt-&gt;execute();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$rows = $stmt-&gt;fetchAll();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array_map(function($row)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$order = new Order($row['klantnaam']);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Items ophalen voor deze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$items = $this-&gt;pdo-&gt;prepare(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"SELECT oi.*, p.naam, p.prijs FROM order_items oi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JOIN products p ON p.id = oi.product_id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WHERE oi.order_id = ?"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$items-&gt;execute([$row['id']]);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($items-&gt;fetchAll() as $itemRow)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$product = new Product($itemRow['product_id'],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$itemRow['naam'], (float)$itemRow['prijs'], '', 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$order-&gt;voegItemToe(new OrderItem($product, $itemRow['aantal']));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$order;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$rows);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 Concerns — Elk z'n Eigen Taak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Classes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OrderItem · Order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data voor. Geen SQL, geen HTTP, geen formulieren.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 · OrderRepository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Praten met de database. Geen HTML, geen validatie.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PHP-pagina's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355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products.php · cart.php · checkout.php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Tonen HTML, lezen formulieren. Vragen aan de repository.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114800" cy="18288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Cart-klasse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355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Cart.php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57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Beheert de sessie-winkelwagen. Alleen dat.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Hoe de Lagen Samenwerken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D4EDF4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332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HTML-pagina's  (products.php · cart.php · checkout.php)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7647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A8D8E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391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           ProductRepository        OrderRepository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770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44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Classes:  Product  ·  OrderItem  ·  Order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7764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1A2E35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507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(MySQL / SQLite)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 vs Nu — Wat Hebben We Gewonnen?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2D1515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Procedureel (week 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overal verspreid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Moeilijk aanpassen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fouten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structuur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door elkaar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65760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C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(nu)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 één plek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Aanpassen = één klasse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Herbruikbare klassen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structuur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klasse heeft één taak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Volgend Jaar: CSR Pattern &amp;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 (Jaar 1):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HTML-pagina  →  Repository  →  Database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1463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Jaar 2: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 →  Controller  →  Service  →  Repository  → 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JSON Response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86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kennen al Domain classes + Repository. Jaar 2 voegt Controller en Service toe — en de 'pagina' wordt een API die ook apps en andere websites kunnen gebruiken.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OrderRepository af: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Implementeer save(Order $order): 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sla de order op in de tabel 'orders'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sla elk item op in de tabel 'order_items'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Implementeer findAll(): array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geef alle bestellingen terug als Order-objecten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Controleer: heeft geen enkele PHP-pagina nog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$pdo-&gt;prepare(...) buiten een repository-klasse?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klasse heeft één verantwoordelijkheid (Separation of Concerns)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= enige plek voor database-code per entiteit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 vragen aan repositories, niet direct aan de database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Lagendiagram: pagina → repository → database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week: Cart-klasse (sessie in OOP) + checkout + admin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2026-05-17T17:07:55Z</dcterms:created>
  <dcterms:modified xsi:type="dcterms:W3CDTF">2026-05-17T17:07:55Z</dcterms:modified>
</cp:coreProperties>
</file>