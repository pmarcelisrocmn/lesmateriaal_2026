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Composer &amp; Autoloading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Les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ga je leren?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 wat Composer is en doet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composer.json aanmaken voor je project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PSR-4 autoloading instellen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dump-autoload uitvoeren in de terminal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handmatige require-regels vervangen door één regel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Composer — De Pakketbeheerder voor PHP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8288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Pakketbeheerder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Installeert externe bibliotheken, vergelijkbaar met npm voor JavaScript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51760" cy="18288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Autoloader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Laadt automatisch al je eigen klassen — nooit meer require per klasse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651760" cy="18288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Versiemanagement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3716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Houdt bij welke versies van pakketten je gebruikt via composer.lock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8412480" cy="64008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is de standaard tool in professioneel PHP. Elke developer gebruikt het.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490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Controleer installatie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--version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Composer 2.x.x ...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composer.json — Het Configuratiebestand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572000" cy="2743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"mijnproject/bestelsysteem",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"autoload":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"psr-4":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"Bestelsysteem\\": "src/"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"require": {}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12080" y="914400"/>
            <a:ext cx="3566160" cy="27432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9240" y="987552"/>
            <a:ext cx="32918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 van je project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autoload.psr-4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Koppelt namespace aan map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"Bestelsysteem\\"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met deze namespace...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"src/"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...staat in de map src/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pakketten (later)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3794760"/>
            <a:ext cx="8412480" cy="594360"/>
          </a:xfrm>
          <a:prstGeom prst="rect">
            <a:avLst/>
          </a:prstGeom>
          <a:solidFill>
            <a:srgbClr val="112820"/>
          </a:solidFill>
          <a:ln w="12700">
            <a:solidFill>
              <a:srgbClr val="112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840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C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dit bestand aan in de hoofdmap van je project (naast src/)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composer dump-autoload — Autoloader Genereren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Voer uit in je projectmap (via terminal/CMD)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dump-autoload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Generating autoload files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Generated autoload files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8229600" cy="24231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06040"/>
            <a:ext cx="79552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bestelsysteem/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composer.json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vendor/           ← automatisch aangemaakt!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autoload.php  ← dit bestand includen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composer/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Domain/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Product.php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OrderItem.php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Order.php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Eén require — Alle Klassen Geladen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Één regel: autoloader laden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__DIR__ . '/vendor/autoload.php';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Klassen importeren via use (geen require meer!)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Bestelsysteem\Domain\Product;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Bestelsysteem\Domain\OrderItem;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Bestelsysteem\Domain\Order;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Gewoon gebruiken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Product(1, "Laptop", 999.99, "Krachtig", 10);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$p-&gt;naam; // "Laptop"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Nooit meer require 'src/Domain/Product.php'. Composer doet het automatisch bij elke new ClassName().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Vóór vs Na Composer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40233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Vóór — handmatig laden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'src/Domain/Product.php';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'src/Domain/OrderItem.php';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'src/Domain/Order.php';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'src/Cart.php';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'src/ProductRepository.php';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'src/OrderRepository.php';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Nieuw bestand? Vergeten te adden?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Dan een fatal error...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023360" cy="4023360"/>
          </a:xfrm>
          <a:prstGeom prst="rect">
            <a:avLst/>
          </a:prstGeom>
          <a:solidFill>
            <a:srgbClr val="112820"/>
          </a:solidFill>
          <a:ln w="12700">
            <a:solidFill>
              <a:srgbClr val="11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C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— Composer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261872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__DIR__ . '/vendor/autoload.php';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 was het. Klaar.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Composer laadt alles automatisch.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Nieuwe klasse? Gewoon aanmaken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composer dump-autoload.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Nooit meer een require vergeten.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je bestelsysteem om naar Composer: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Maak composer.json aan in je projectmap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Stel PSR-4 autoloading in voor Bestelsysteem\\ → src/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Voer composer dump-autoload uit in de terminal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Vervang ALLE require-regels voor eigen klassen door: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require __DIR__ . '/vendor/autoload.php';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Voeg vendor/ toe aan .gitignore (als je Git gebruikt)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Test: werkt alles nog?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= pakketbeheerder + autoloader voor PHP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composer.json = configuratie: naam, autoloading, pakketten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PSR-4 koppelt namespace aan mappenstructuur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dump-autoload genereert de autoloader in vendor/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vendor/autoload.php = alle klassen beschikbaar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week: database in een klasse (Repository)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2026-05-17T17:05:30Z</dcterms:created>
  <dcterms:modified xsi:type="dcterms:W3CDTF">2026-05-17T17:05:30Z</dcterms:modified>
</cp:coreProperties>
</file>