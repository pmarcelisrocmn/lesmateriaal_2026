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Verwijderen &amp; CRUD Afronden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bevestiging en de complete CRUD-cyclus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Bewerken, UPDATE en autorisatie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met WHERE en bevestiging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vs hard delete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CRUD-cyclus compleet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Verwijderen implementeren en CRUD afronden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Bewerkflow: ID ophalen, bericht laden, autoriseren, formulier tonen, UPDATE uitvoeren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altijd met WHERE id = ? — zonder WHERE worden alle rijen gewijzigd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 formulier met htmlspecialchars() op de huidige waarde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Autorisatiecheck: bericht.gebruiker_id moet gelijk zijn aan $_SESSION['gebruiker_id']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Redirect-after-POST voorkomt dubbel opslaan bij paginaverversing (F5)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met WHERE en bevestiging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verwijdert rijen permanent — altijd met WHERE id = ?, anders wis je de hele tabel.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 het DELETE-verzoek altijd via POST, nooit via een link (GET). Een link kan per ongeluk of kwaadaardig aangeklikt worden.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bevestigingsstap toe: toon een formulier met 'Weet je het zeker?' vóór de DELETE.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FOUT: verwijderen via GET-link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&lt;a href="verwijder.php?id=5"&gt;Verwijder&lt;/a&gt;  ← nooit doen!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GOED: verwijderen via POST-formulier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$_SERVER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'REQUEST_METHOD'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'bevestig'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'DELETE FROM gastenboek WHERE id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index.php'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vs hard delete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delete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 rij wordt permanent uit de database verwijderd. Snel, maar niet herstelbaar.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voeg een kolom 'verwijderd_op' toe. De rij blijft, maar wordt gefilterd bij weergave.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het gastenboek is hard delete voldoende. Soft delete gebruik je als je data wilt bewaren (audit log, prullenbak).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Soft delete: kolom toevoegen aan tabel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ALTER TABLE gastenboek ADD verwijderd_op DATETIME NULL DEFAULT NULL;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Soft delete uitvoeren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'UPDATE gastenboek SET verwijderd_op = NOW() WHERE id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Selectie: alleen niet-verwijderde berichten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gastenboek WHERE verwijderd_op IS NULL'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CRUD-cyclus compleet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reate — </a:t>
            </a:r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nieuw bericht toevoegen (W3L2)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 — </a:t>
            </a:r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 WHERE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berichten ophalen en tonen (W2L2)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pdate — </a:t>
            </a:r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... WHERE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bericht bewerken (W6L1)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elete — </a:t>
            </a:r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... WHERE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bericht verwijderen (W6L2 — nu!)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CRUD samengevat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Create:  INSERT INTO tabel (kolom) VALUES (?)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Read:    SELECT * FROM tabel WHERE conditie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Update:  UPDATE tabel SET kolom = ? WHERE id = 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Delete:  DELETE FROM tabel WHERE id = 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Altijd: prepared statement + autorisatiecheck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Altijd: redirect-after-POST na schrijfoperaties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Verwijderen en CRUD afronden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verwijderfunctie toe aan het gastenboek en controleer dat de volledige CRUD-cyclus werkt.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Verwijderknop toevoegen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naast elk bericht op index.php een formulier toe met een knop 'Verwijder'. Gebruik method="post" en een hidden input met het ID. Toon de knop alleen als de gebruiker de eigenaar 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verwijder.php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verwijder.php: lees het ID uit, controleer of de gebruiker eigenaar is, toon een bevestigingspagina ('Weet je het zeker?'). Na bevestiging: DELETE WHERE id = ?, redirect.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CRUD testen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complete flow: nieuw bericht toevoegen, weergeven, bewerken, verwijderen. Controleer dat je geen bericht van een andere gebruiker kunt bewerken of verwijderen.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Uitdaging — Soft delete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kolom 'verwijderd_op' toe. Pas verwijder.php aan om een soft delete te doen. Pas index.php aan met WHERE verwijderd_op IS NULL. Maak een adminstekst die wel soft-deleted berichten ziet.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moet je verwijderen altijd via POST doen en niet via een GET-link?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zijn de voor- en nadelen van soft delete ten opzichte van hard delete?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zorg je dat een gebruiker nooit het bericht van iemand anders kan verwijderen, ook niet door de URL te manipuleren?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altijd met WHERE id = ? — zonder WHERE wis je de hele tabel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Verwijderen via POST-formulier, nooit via een GET-link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Bevestigingsstap toevoegen vóór definitieve DELETE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delete: kolom 'verwijderd_op' — data blijft bewaard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is nu compleet: Create, Read, Update, Delete allemaal in het gastenboek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7, Les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Les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Rolgebaseerde toegang: admin-rol in sessie en toegangscontrole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panel: gebruikersbeheer en overzichten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W6L2 - Verwijderen &amp; CRUD Afronden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