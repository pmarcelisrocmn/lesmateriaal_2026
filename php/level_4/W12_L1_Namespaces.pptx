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Namespaces &amp; Mappenstructuur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Les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waarom namespaces nodig zijn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namespace declareren bovenaan een PHP-bestand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 importeren met het use-statement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PSR-4: mappenstructuur koppelen aan namespace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domeinklassen voorzien van namespaces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 Probleem: Naambotsing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src/Product.php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 ...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pakket/webshop/Product.php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 ... }  // Naambotsing!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'src/Product.php';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'pakket/webshop/Product.php';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Product();  // Welke Product bedoel je??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3611880"/>
            <a:ext cx="8412480" cy="82296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grote projecten of met externe pakketten kunnen klassenamen botsen.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lossen dit op door klassen een uniek 'adres' te geven.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Een Namespace Declareren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Bestelsysteem\Domain;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^^^^^^^^^^^^ ^^^^^^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project      submap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string $naam,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float  $prijs,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namespace staat altijd na declare — gebruik backslashes \ als scheidingsteken, volg de mappenstructuur.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— Een Klasse Importeren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Bestelsysteem\Domain;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Bestelsysteem\Domain\Product; // importeer Product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OrderItem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Product $product,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int     $aantal,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getSubtotaal(): float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$this-&gt;product-&gt;prijs * $this-&gt;aantal;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56048"/>
            <a:ext cx="8412480" cy="32004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983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Zonder use zou je \Bestelsysteem\Domain\Product moeten schrijven — elke keer opnieuw. Dat is vervelend.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PSR-4 — Namespace = Mappenstructuur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4688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Domain/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Product.php      →  namespace Bestelsysteem\Domain;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OrderItem.php    →  namespace Bestelsysteem\Domain;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Order.php        →  namespace Bestelsysteem\Domain;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Cart.php             →  namespace Bestelsysteem;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ProductRepository.php →  namespace Bestelsysteem;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OrderRepository.php  →  namespace Bestelsysteem;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3493008"/>
            <a:ext cx="8412480" cy="9144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5387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 is een afspraak: mapnaam = namespace-segment.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weet Composer automatisch in welk bestand een klasse te vinden 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Volledige Bestelling met Namespaces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Importeer alle benodigde klassen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Bestelsysteem\Domain\Product;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Bestelsysteem\Domain\OrderItem;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Bestelsysteem\Domain\Order;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Werkt precies hetzelfde als voorheen!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 = new Product(1, "Laptop", 999.99, "Top laptop", 10);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  = new Order("Jan Jansen");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$order-&gt;voegItemToe(new OrderItem($laptop, 1));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$order-&gt;berekenTotaal(); // 999.99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453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 code zelf verandert nauwelijks. Je voegt alleen namespaces en use-statements toe bovenaan de bestanden.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namespaces toe aan je project: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Product, OrderItem, Order  →  namespace Bestelsysteem\Domain;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Verplaats de bestanden naar src/Domain/ als dat nog niet zo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Maak index.php met de juiste use-statements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Gebruik voorlopig nog require om de bestanden te laden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geen require meer nodig — Composer doet het automatisch!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voorkomen naambotsingen tussen klassen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Vendor\Map;  staat bovenaan elk bestand (na declare)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Vendor\Map\Klasse;  importeert een klasse voor gebruik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PSR-4: mapnaam = namespace-segment — houd ze synchroon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Composer + autoloading = nooit meer require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2026-05-17T17:05:30Z</dcterms:created>
  <dcterms:modified xsi:type="dcterms:W3CDTF">2026-05-17T17:05:30Z</dcterms:modified>
</cp:coreProperties>
</file>