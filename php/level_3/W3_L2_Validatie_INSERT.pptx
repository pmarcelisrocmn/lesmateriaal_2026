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52360" y="822960"/>
            <a:ext cx="292608" cy="292608"/>
          </a:xfrm>
          <a:prstGeom prst="ellipse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52360" y="1417320"/>
            <a:ext cx="292608" cy="292608"/>
          </a:xfrm>
          <a:prstGeom prst="ellipse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52360" y="2011680"/>
            <a:ext cx="292608" cy="292608"/>
          </a:xfrm>
          <a:prstGeom prst="ellipse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52360" y="260604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828800"/>
            <a:ext cx="109728" cy="118872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108960"/>
            <a:ext cx="109728" cy="82296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822960"/>
            <a:ext cx="2011680" cy="34747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822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PERIODE 3 · PHP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280160"/>
            <a:ext cx="6309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2: Validatie &amp; INSERT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Invoer controleren · Data opslaan in de database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34290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Les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6177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795528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95528"/>
            <a:ext cx="594360" cy="50292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9552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24128" y="8412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Terugblik les 1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24128" y="1060704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Formulieren, GET vs POST, $_POST uitlezen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371600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371600"/>
            <a:ext cx="594360" cy="50292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3716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24128" y="1417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Theorie: Validatie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24128" y="1636776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valideren? Lege velden, lengtes, formaten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1947672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1947672"/>
            <a:ext cx="594360" cy="502920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94767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24128" y="19933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Theorie: filter_var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24128" y="2212848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E-mailadressen en URL's controleren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2523744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523744"/>
            <a:ext cx="594360" cy="50292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523744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24128" y="256946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Theorie: XSS voorkomen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24128" y="2788920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htmlspecialchars() — altijd gebruiken bij uitvoer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3099816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099816"/>
            <a:ext cx="594360" cy="50292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099816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24128" y="314553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Theorie: INSERT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024128" y="3364992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statements — de enige veilige manier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0040" y="3675888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675888"/>
            <a:ext cx="594360" cy="50292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675888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24128" y="37216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Gezamenlijke opdracht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024128" y="3941064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Validatie schrijven voor het plaatsformulier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0040" y="4251960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4251960"/>
            <a:ext cx="594360" cy="502920"/>
          </a:xfrm>
          <a:prstGeom prst="rect">
            <a:avLst/>
          </a:prstGeom>
          <a:solidFill>
            <a:srgbClr val="B0B8C9"/>
          </a:solidFill>
          <a:ln w="12700">
            <a:solidFill>
              <a:srgbClr val="B0B8C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25196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24128" y="4297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Klassikale opdracht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024128" y="4517136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Volledige plaatsen.php bouwen met INSERT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20040" y="4828032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" y="4828032"/>
            <a:ext cx="594360" cy="50292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482803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24128" y="48737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Theorie: redirect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1024128" y="5093208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tonen en doorsturen na opslaan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20040" y="5404104"/>
            <a:ext cx="850392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20040" y="5404104"/>
            <a:ext cx="594360" cy="50292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5404104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24128" y="544982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Bespreking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1024128" y="5669280"/>
            <a:ext cx="7360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Vragen en veelgemaakte fouten bespreken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Terugblik vorige les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960120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HTML-formulier stuurt data via GET (in URL) of POST (verborgen in request)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1618488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1709928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$_POST['naam'] leest een ingevuld veld uit — altijd controleren of het bestaat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2368296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459736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action van een formulier bepaalt welk PHP-bestand de data verwerkt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3118104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3209544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Zonder method='post' gebruikt een formulier GET — zichtbaar in de adresbalk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0040" y="3867912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0120" y="3959352"/>
            <a:ext cx="7726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'db.php' laadt de databaseverbinding in elk verwerkingsbestand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Validatie — controleer voordat je opslaat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Vertrouw nooit blindelings wat een gebruiker invult.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niveaus van controle: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Leeg?     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empty() of strlen() &lt; 1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Formaat?  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filter_var() voor e-mail en URL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Lengte?   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strlen() voor maximumlengte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Valideer altijd server-side. JavaScript is te omzeilen.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Verzamel foutmeldingen in een array en toon ze pas als alle checks klaar zijn.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$fouten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empty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($_POST[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'naam'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$fouten[]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"Naam is verplicht";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strlen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($_POST[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'bericht'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 &lt;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$fouten[]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"Bericht te kort";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($fouten) === </a:t>
            </a:r>
            <a:pPr indent="0" marL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 /* opslaan */ 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filter_var() — formaten controleren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filter_var() valideert een waarde tegen een vooraf gedefinieerd formaat.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Meest gebruikte filters: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FILTER_VALIDATE_EMAIL   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dit een geldig e-mailadres?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FILTER_VALIDATE_URL     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dit een geldige URL?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FILTER_VALIDATE_INT     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dit een geheel getal?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Geeft false terug als de waarde niet klopt — makkelijk te combineren met een if.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E-mailadres valideren: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$email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$_POST[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'email'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filter_var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($email, FILTER_VALIDATE_EMAIL))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$fouten[]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"Ongeldig e-mailadres";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false als ongeldig, anders het e-mailadres zelf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htmlspecialchars() — XSS voorkomen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(Cross-Site Scripting): een aanvaller plaatst HTML of JavaScript in je database.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Voorbeeld: naam = &lt;script&gt;alert('gehackt')&lt;/script&gt;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jij dit zonder bewerking toont, voert de browser het script uit.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oplossing: htmlspecialchars() zet &lt; en &gt; om naar &amp;lt; en &amp;gt; — de browser toont ze als tekst, voert ze nooit uit.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Regel: gebruik htmlspecialchars() op ELKE variabele die je in HTML toont.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FOUT — gevaarlijk: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$naam;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GOED — altijd zo doen: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htmlspecialchars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($naam);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 HTML-attribuut: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'&lt;input value="'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htmlspecialchars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($naam) .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'"&gt;';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Als je dit vergeet, kunnen gebruikers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je site voor anderen beschadigen.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met prepared statements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prepared statement scheidt de SQL van de data — dat is de kern van SQL-injectiebeveiliging.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stappen: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prepare()   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schrijf de query met ? als placeholder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execute()   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stuur de echte waarden mee als array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A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database behandelt de waarden altijd als data, nooit als SQL — SQL-injectie is daarmee onmogelijk.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een succesvolle INSERT: stuur de gebruiker door met header(). Zo voorkom je dubbele verzending bij paginaverversing.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'db.php';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$sql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"INSERT INTO berichten (naam, bericht, datum) VALUES (?, ?, NOW())";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$pdo-&gt;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($sql);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$stmt-&gt;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([$naam, $bericht]);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Doorsturen zodat F5 niet opnieuw insert: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"Location: index.php"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Gezamenlijke opdracht — validatie schrijven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Schrijf samen de validatielogica voor het plaatsformulier van het gastenboek.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61872"/>
            <a:ext cx="41605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61872"/>
            <a:ext cx="4160520" cy="45720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261872"/>
            <a:ext cx="3995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Opdracht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38912" y="1783080"/>
            <a:ext cx="3886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 plaatsen.php. Lees $naam en $bericht uit $_POST.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Valideer: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Naam mag niet leeg zijn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Bericht moet minimaal 10 tekens zijn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Als er fouten zijn: toon ze boven het formulier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Bewaar ingevulde waarden zodat de gebruiker niet opnieuw hoeft te typen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83480" y="1261872"/>
            <a:ext cx="41605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83480" y="1261872"/>
            <a:ext cx="4160520" cy="45720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93208" y="1261872"/>
            <a:ext cx="3995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Controleer jezelf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148072" y="1783080"/>
            <a:ext cx="3886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Laat het formulier leeg en verstuur. Zie je de foutmeldingen?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een bericht van 3 tekens. Krijg je de 'te kort'-melding?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 het formulier correct in. Verdwijnen de foutmeldingen?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Uitwerking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85953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109728" cy="374904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32688"/>
            <a:ext cx="8138160" cy="3547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Validatie in plaatsen.php — correcte oplossing: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$naam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=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($_POST[</a:t>
            </a:r>
            <a:pPr indent="0" marL="0">
              <a:buNone/>
            </a:pPr>
            <a:r>
              <a:rPr lang="en-US" sz="1200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'naam'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$bericht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($_POST[</a:t>
            </a:r>
            <a:pPr indent="0" marL="0">
              <a:buNone/>
            </a:pPr>
            <a:r>
              <a:rPr lang="en-US" sz="1200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'bericht'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DC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$fouten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[];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($naam))    $fouten[] = </a:t>
            </a:r>
            <a:pPr indent="0" marL="0">
              <a:buNone/>
            </a:pPr>
            <a:r>
              <a:rPr lang="en-US" sz="1200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"Naam is verplicht";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strlen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($bericht) &lt; </a:t>
            </a:r>
            <a:pPr indent="0" marL="0">
              <a:buNone/>
            </a:pPr>
            <a:r>
              <a:rPr lang="en-US" sz="1200" dirty="0">
                <a:solidFill>
                  <a:srgbClr val="B5C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$fouten[] = </a:t>
            </a:r>
            <a:pPr indent="0" marL="0">
              <a:buNone/>
            </a:pPr>
            <a:r>
              <a:rPr lang="en-US" sz="1200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"Bericht minimaal 10 tekens";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58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(!</a:t>
            </a:r>
            <a:pPr indent="0" marL="0">
              <a:buNone/>
            </a:pPr>
            <a:r>
              <a:rPr lang="en-US" sz="1200" dirty="0">
                <a:solidFill>
                  <a:srgbClr val="DCD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($fouten))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A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// toon fouten (zie opdrachtslide)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Veelgemaakte fouten: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trim() vergeten  ·  empty() check overgeslagen  ·  strlen() verkeerd gebruikt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&amp; feedback na opslaan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0690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91440" cy="374904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37033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een succesvolle INSERT stuur je de gebruiker door. Maar hoe toon je dan een bevestiging?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Patroon: sla een bericht op in de sessie vóór de redirect, toon het ná de redirect, verwijder het daarna.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1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$_SESSION['flash'] = 'Bericht geplaatst!';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2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redirect naar index.php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C2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3</a:t>
            </a:r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toon $_SESSION['flash'] en verwijder het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heet een flash message — standaard patroon in bijna elk framework.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17720" y="841248"/>
            <a:ext cx="425196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841248"/>
            <a:ext cx="4251960" cy="6400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960120"/>
            <a:ext cx="393192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plaatsen.php — na execute():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session_start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$_SESSION[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'flash'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"Bericht geplaatst!";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"Location: index.php"</a:t>
            </a:r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exit;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73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index.php — bovenaan: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session_start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(isset($_SESSION[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'flash'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"&lt;p&gt;" . $_SESSION['flash'] . "&lt;/p&gt;";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unset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($_SESSION[</a:t>
            </a:r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'flash'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Klassikale opdracht — volledige plaatsen.php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0" y="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Bouw de volledige verwerking van het gastenboekformulier — validatie, INSERT en redirect.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61872"/>
            <a:ext cx="2788920" cy="45720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Basis: INSERT + redirect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3891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Combineer de validatie uit de vorige opdracht met de INSERT.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alle velden kloppen: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Sla het bericht op via een prepared statement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Stuur door naar index.php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verschijnt het bericht direct in de lijst?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6898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8980" y="1261872"/>
            <a:ext cx="2788920" cy="45720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7870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Extra: flash message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3357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Voeg een flash message toe.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het plaatsen zie je op index.php: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'Je bericht is geplaatst!'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bericht verdwijnt na één keer tonen.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1261872"/>
            <a:ext cx="2788920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1261872"/>
            <a:ext cx="2788920" cy="4572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1261872"/>
            <a:ext cx="2624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Uitdaging: fout per veld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28232" y="1783080"/>
            <a:ext cx="2514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Toon de foutmelding direct onder het betreffende veld, niet allemaal bovenaan.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Bewaar de ingevulde waarden zodat de gebruiker alleen het foute veld hoeft te corrigeren.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Bespreking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Les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 we het samen bespreken: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850392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98448"/>
            <a:ext cx="566928" cy="6858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98448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05840" y="1453896"/>
            <a:ext cx="7726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validatieregels heb je toegepast? Wat controleer je en in welke volgorde?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040" y="2121408"/>
            <a:ext cx="850392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121408"/>
            <a:ext cx="566928" cy="6858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121408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05840" y="2276856"/>
            <a:ext cx="7726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bewaar je ingevulde velden zodat ze na een fout nog zichtbaar zijn?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0040" y="2944368"/>
            <a:ext cx="8503920" cy="685800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944368"/>
            <a:ext cx="566928" cy="68580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944368"/>
            <a:ext cx="566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05840" y="3099816"/>
            <a:ext cx="7726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gebruik je exit na header('Location: ...')?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58368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heb je vandaag geleerd?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406640" y="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Les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6868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978408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Valideer altijd server-side — JavaScript is te omzeilen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1618488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1848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1728216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 empty() voor lege velden, strlen() voor lengte, filter_var() voor formaten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2368296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36829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2478024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htmlspecialchars() op ELKE variabele die je in HTML toont — beschermt tegen XSS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3118104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11810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0120" y="3227832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statements met ? als placeholder — de enige veilige manier om data op te slaan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0040" y="3867912"/>
            <a:ext cx="85039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B0B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86791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0120" y="3977640"/>
            <a:ext cx="7726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een INSERT: redirect met header() en exit zodat verversing de insert niet herhaalt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2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59168" y="365760"/>
            <a:ext cx="1737360" cy="493776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59168" y="1005840"/>
            <a:ext cx="1737360" cy="493776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59168" y="1645920"/>
            <a:ext cx="1737360" cy="493776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59168" y="2286000"/>
            <a:ext cx="1737360" cy="493776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Vragen?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Iets onduidelijk? Ergens niet uitgekomen?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 het nu!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php.net/manual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w3schools.com/php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Google: "PHP [onderwerp] voorbeeld"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E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2B82"/>
          </a:solidFill>
          <a:ln w="12700">
            <a:solidFill>
              <a:srgbClr val="1C2B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les — Week 4, Les 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1005840"/>
          </a:xfrm>
          <a:prstGeom prst="rect">
            <a:avLst/>
          </a:prstGeom>
          <a:solidFill>
            <a:srgbClr val="1E2D6B"/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109728" cy="1005840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1344168"/>
            <a:ext cx="2560320" cy="310896"/>
          </a:xfrm>
          <a:prstGeom prst="rect">
            <a:avLst/>
          </a:prstGeom>
          <a:solidFill>
            <a:srgbClr val="0099D6"/>
          </a:solidFill>
          <a:ln w="12700">
            <a:solidFill>
              <a:srgbClr val="0099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34416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1307592"/>
            <a:ext cx="5440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onthouden over meerdere pagina's — de basis van inloggen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2313432"/>
            <a:ext cx="8503920" cy="1005840"/>
          </a:xfrm>
          <a:prstGeom prst="rect">
            <a:avLst/>
          </a:prstGeom>
          <a:solidFill>
            <a:srgbClr val="1E2D6B"/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313432"/>
            <a:ext cx="109728" cy="1005840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" y="2514600"/>
            <a:ext cx="2560320" cy="310896"/>
          </a:xfrm>
          <a:prstGeom prst="rect">
            <a:avLst/>
          </a:prstGeom>
          <a:solidFill>
            <a:srgbClr val="F7941D"/>
          </a:solidFill>
          <a:ln w="12700">
            <a:solidFill>
              <a:srgbClr val="F794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5146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Inloggen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478024"/>
            <a:ext cx="5440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Gebruiker herkennen via $_SESSION — wachtwoord hashen met password_hash()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0040" y="3483864"/>
            <a:ext cx="8503920" cy="1005840"/>
          </a:xfrm>
          <a:prstGeom prst="rect">
            <a:avLst/>
          </a:prstGeom>
          <a:solidFill>
            <a:srgbClr val="1E2D6B"/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3483864"/>
            <a:ext cx="109728" cy="1005840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1208" y="3685032"/>
            <a:ext cx="2560320" cy="310896"/>
          </a:xfrm>
          <a:prstGeom prst="rect">
            <a:avLst/>
          </a:prstGeom>
          <a:solidFill>
            <a:srgbClr val="3DAA5C"/>
          </a:solidFill>
          <a:ln w="12700">
            <a:solidFill>
              <a:srgbClr val="3DA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368503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Beveiliging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3648456"/>
            <a:ext cx="5440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Pagina's afschermen voor niet-ingelogde gebruikers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Neem je werk van vandaag mee — je hebt het nodig!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18888"/>
            <a:ext cx="9144000" cy="329184"/>
          </a:xfrm>
          <a:prstGeom prst="rect">
            <a:avLst/>
          </a:prstGeom>
          <a:solidFill>
            <a:srgbClr val="141E60"/>
          </a:solidFill>
          <a:ln w="12700">
            <a:solidFill>
              <a:srgbClr val="141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188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Midden Nederland · PHP · Periode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4818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W3L2 - Validatie &amp; INSERT</dc:title>
  <dc:subject>PptxGenJS Presentation</dc:subject>
  <dc:creator>ROC Midden Nederland</dc:creator>
  <cp:lastModifiedBy>ROC Midden Nederland</cp:lastModifiedBy>
  <cp:revision>1</cp:revision>
  <dcterms:created xsi:type="dcterms:W3CDTF">2026-05-08T20:24:47Z</dcterms:created>
  <dcterms:modified xsi:type="dcterms:W3CDTF">2026-05-08T20:24:47Z</dcterms:modified>
</cp:coreProperties>
</file>