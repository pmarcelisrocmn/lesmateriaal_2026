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822960"/>
            <a:ext cx="292608" cy="292608"/>
          </a:xfrm>
          <a:prstGeom prst="ellipse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52360" y="1417320"/>
            <a:ext cx="292608" cy="292608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2011680"/>
            <a:ext cx="292608" cy="292608"/>
          </a:xfrm>
          <a:prstGeom prst="ellipse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52360" y="260604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828800"/>
            <a:ext cx="109728" cy="11887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08960"/>
            <a:ext cx="109728" cy="82296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3 · PHP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1: Sessies &amp; Inloggen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session_start(), $_SESSION en uitloggen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Les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79552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8412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24128" y="106070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Formulieren, $_POST en validatie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371600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24128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24128" y="1636776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een sessie?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1947672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4128" y="19933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24128" y="2212848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session_start() en $_SESSION gebruiken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523744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4128" y="256946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24128" y="2788920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Uitloggen en sessie vernietigen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099816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4128" y="31455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24128" y="3364992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Eenvoudig inlogsysteem bouwen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367588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4128" y="3721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Bespreking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24128" y="394106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Uitwerkingen bespreken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4251960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4251960"/>
            <a:ext cx="594360" cy="502920"/>
          </a:xfrm>
          <a:prstGeom prst="rect">
            <a:avLst/>
          </a:prstGeom>
          <a:solidFill>
            <a:srgbClr val="B0B8C9"/>
          </a:solidFill>
          <a:ln w="12700">
            <a:solidFill>
              <a:srgbClr val="B0B8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2519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24128" y="4297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Afsluiting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024128" y="4517136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Samenvatting en vooruitblik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 vorige les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960120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Validatie met filter_var() controleert het formaat van invoer (e-mail, int, URL)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709928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Foutmeldingen opslaan in een $fouten-array en pas opslaan als die leeg is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459736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met een prepared statement voegt een nieuwe rij toe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3209544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htmlspecialchars() bij elk stuk gebruikersinvoer dat je toont op de pagina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3959352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na POST (header Location) voorkomt dubbel versturen bij paginaverversing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een sessie?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is stateless — elke request kent de vorige niet. Sessies lossen dat op.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slaat sessiedata op de server op en geeft de browser een uniek cookie (PHPSESSID) om de gebruiker te herkennen.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Zolang de sessie actief is, kun je data zoals gebruikersnaam of rol bewaren tussen pagina's.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Hoe sessies werken (conceptueel)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Browser vraagt pagina 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Server maakt sessie aan → geeft PHPSESSID cookie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Volgende request: browser stuurt cookie mee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Server herkent gebruiker via PHPSESSID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Sessiedata staat op de server, NOOIT bij de gebruiker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Het cookie is alleen een sleutel (ID)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session_start() en $_SESSION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session_start() moet de allereerste PHP-regel zijn — vóór elke output.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$_SESSION is een superglobaal array: sla er waarden in op die je op andere pagina's nodig hebt.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Controleer altijd of een sessievariabele bestaat met isset() vóór je hem gebruikt.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session_start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altijd bovenaan!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Inlogcheck simuleren (wachtwoord later)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$gebruiker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$_SESSION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'gebruiker_id'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$gebruiker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'id'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$_SESSION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'naam'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      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$gebruiker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'naam'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'Location: dashboard.php'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 andere pagina's lezen: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$naam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$_SESSION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'naam'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??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'Gast'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Uitloggen en sessie vernietigen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Uitloggen = de sessiedata wissen en de sessie op de server verwijderen.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stappen: </a:t>
            </a:r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$_SESSION = []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leegmaken, dan </a:t>
            </a:r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session_destroy()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dan redirect.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Verwijder ook het cookie om zeker te zijn dat de sessie volledig weg is.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session_start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Stap 1: sessiedata legen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$_SESSION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[];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Stap 2: sessie op server verwijderen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session_destroy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Stap 3: redirect naar inlogpagina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'Location: login.php'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— Inlogsysteem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 een eenvoudig inlogsysteem met een vaste gebruikersnaam en wachtwoord (nog geen database). Beveilig daarna een pagina met een sessiecheck.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61872"/>
            <a:ext cx="2788920" cy="4572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Stap 1 — login.php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891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een formulier (POST) met velden 'gebruikersnaam' en 'wachtwoord'. Controleer of de waarden overeenkomen met een vaste string ('admin' / 'geheim').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898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8980" y="1261872"/>
            <a:ext cx="2788920" cy="4572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870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Stap 2 — Sessie starten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3357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bij succesvolle login de gebruikersnaam op in $_SESSION['naam']. Redirect naar dashboard.php. Toon bij fout een foutmelding op dezelfde pagina.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261872"/>
            <a:ext cx="2788920" cy="4572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Stap 3 — dashboard.php beveiligen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2823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 bovenaan: als $_SESSION['naam'] niet bestaat, redirect naar login.php. Toon anders 'Welkom, [naam]!' met htmlspecialchars().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5830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58300" y="1261872"/>
            <a:ext cx="2788920" cy="45720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6802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Stap 4 — uitloggen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42289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logout.php: leeg $_SESSION, roep session_destroy() aan en redirect naar login.php. Voeg een uitlogknop toe op dashboard.php.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Bespreking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Les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 we het samen bespreken: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145389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moet session_start() vóór elke output staan — wat gaat er anders fout?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227685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het verschil tussen $_SESSION leegmaken en session_destroy() aanroepen?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294436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05840" y="309981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zou je controleren of een gebruiker is ingelogd op meerdere pagina's zonder die check overal te kopiëren?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heb je vandaag geleerd?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Les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978408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is stateless; sessies bewaren data tussen pagina's op de server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1728216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session_start() altijd als eerste — vóór HTML of echo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478024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$_SESSION is een superglobaal array: waarden erin overleven page loads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3227832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Uitloggen = $_SESSION = [] + session_destroy() + redirect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3977640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Beveilig pagina's door te checken of $_SESSION['naam'] bestaat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59168" y="365760"/>
            <a:ext cx="1737360" cy="49377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59168" y="1005840"/>
            <a:ext cx="1737360" cy="49377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59168" y="1645920"/>
            <a:ext cx="1737360" cy="493776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286000"/>
            <a:ext cx="1737360" cy="493776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Vragen?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Iets onduidelijk? Ergens niet uitgekomen?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 het nu!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php.net/manual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w3schools.com/php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Google: "PHP [onderwerp] voorbeeld"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E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les — Week 4, Les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109728" cy="100584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Les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307592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 login met database: password_hash en password_verify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313432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313432"/>
            <a:ext cx="109728" cy="100584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Les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478024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Beveiliging: SQL-injectie en XSS voorkomen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Neem je werk van vandaag mee — je hebt het nodig!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W4L1 - Sessies &amp; Inloggen</dc:title>
  <dc:subject>PptxGenJS Presentation</dc:subject>
  <dc:creator>ROC Midden Nederland</dc:creator>
  <cp:lastModifiedBy>ROC Midden Nederland</cp:lastModifiedBy>
  <cp:revision>1</cp:revision>
  <dcterms:created xsi:type="dcterms:W3CDTF">2026-05-08T20:24:47Z</dcterms:created>
  <dcterms:modified xsi:type="dcterms:W3CDTF">2026-05-08T20:24:47Z</dcterms:modified>
</cp:coreProperties>
</file>