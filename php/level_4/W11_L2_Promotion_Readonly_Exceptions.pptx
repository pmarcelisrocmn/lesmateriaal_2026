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35"/>
          </a:solidFill>
          <a:ln w="12700">
            <a:solidFill>
              <a:srgbClr val="1A2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Constructor Promotion,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Readonly &amp; Exceptions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D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· Les 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0" y="4572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Jaar 1 · Periode 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 ga je leren?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property promotion schrijven (PHP 8.0)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readonly properties gebruiken (PHP 8.1)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gooien met throw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opvangen met try/catch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domeinklassen herschrijven met moderne PHP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Constructor Property Promotion (PHP 8.0)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365760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 — veel boilerplate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string $naam;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float  $prijs;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__construct(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$naam,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float  $prijs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$this-&gt;naam  = $naam;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$this-&gt;prijs = $prijs;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868680"/>
            <a:ext cx="4023360" cy="3657600"/>
          </a:xfrm>
          <a:prstGeom prst="rect">
            <a:avLst/>
          </a:prstGeom>
          <a:solidFill>
            <a:srgbClr val="112820"/>
          </a:solidFill>
          <a:ln w="12700">
            <a:solidFill>
              <a:srgbClr val="1128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0C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Nieuw — één stap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261872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 {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__construct(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$naam,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float  $prijs,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Klaar! Geen extra regels.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readonly — Schrijf Eenmaal, Lees Altijd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__construct(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readonly int    $id,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readonly string $naam,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readonly float  $prijs,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{}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 = new Product(1, "Laptop", 999.99);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$p-&gt;naam;    //  "Laptop"  — lezen mag altijd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$p-&gt;prijs;   //  999.99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$p-&gt;naam = "PC";  //  Fatal error: Cannot modify readonly property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526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readonly = de waarde wordt ingesteld via de constructor en kan NOOIT meer veranderen. Ideaal voor domain models.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Exceptions — Wat Als Er Iets Fout Gaat?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exception is een speciale foutmelding die je kunt 'gooien' (throw) en 'opvangen' (catch)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 exceptions als er iets onherstelbaaars fout gaat: verkeerde invoer, ongeldige toestand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heeft ingebouwde exceptions: Exception, RuntimeException, InvalidArgumentException, ...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8229600" cy="201168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017520"/>
            <a:ext cx="79552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Gooien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 new InvalidArgumentException("Prijs mag niet negatief zijn.");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Opvangen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$product = new Product(1, "Laptop", -10.0);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(InvalidArgumentException $e)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"Fout: " . $e-&gt;getMessage();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Validatie via Exceptions in de Constructor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97764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__construct(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readonly int    $id,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readonly string $naam,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readonly float  $prijs,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readonly int    $voorraad,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(empty($naam))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throw new InvalidArgumentException("Naam mag niet leeg zijn.");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($prijs &lt; 0)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throw new InvalidArgumentException("Prijs mag niet negatief zijn.");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($voorraad &lt; 0)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throw new InvalidArgumentException("Voorraad mag niet negatief zijn.");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727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Een object dat aangemaakt is, is ALTIJD geldig. Ongeldig? Dan gooit de constructor een exception.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try/catch — Foutafhandeling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$product = new Product(1, "Laptop", -50.0, 10);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"Aangemaakt: " . $product-&gt;naam;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(InvalidArgumentException $e)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We landen hier als de constructor een exception gooit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"Ongeldige invoer: " . $e-&gt;getMessage();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(Exception $e)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Vangt alle overige exceptions op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echo "Onverwachte fout: " . $e-&gt;getMessage();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 Ongeldige invoer: Prijs mag niet negatief zijn.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EBF8FA"/>
          </a:solidFill>
          <a:ln w="12700">
            <a:solidFill>
              <a:srgbClr val="C8E8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700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Meerdere catch-blokken zijn mogelijk. PHP vangt het eerste match op.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— Definitieve Moderne Versie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023360"/>
          </a:xfrm>
          <a:prstGeom prst="rect">
            <a:avLst/>
          </a:prstGeom>
          <a:solidFill>
            <a:srgbClr val="1E2D40"/>
          </a:solidFill>
          <a:ln w="12700">
            <a:solidFill>
              <a:srgbClr val="1E2D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05840"/>
            <a:ext cx="7955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declare(strict_types=1);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namespace Bestelsysteem\Domain;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function __construct(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readonly int    $id,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readonly string $naam,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readonly float  $prijs,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readonly string $beschrijving,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readonly int    $voorraad,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($prijs &lt; 0)     throw new \InvalidArgumentException("Ongeldige prijs.");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($voorraad &lt; 0)  throw new \InvalidArgumentException("Ongeldige voorraad.");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Gebruik — geen getters nodig dankzij public readonly!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 = new Product(1, "Laptop", 999.99, "Krachtige laptop", 10);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$p-&gt;naam;  // "Laptop"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Oefening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Herschrijf Product, OrderItem en Order met moderne PHP: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Constructor property promotion voor alle properties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readonly op alle properties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Validatie via exceptions in de constructors: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- Product: prijs &gt;= 0, voorraad &gt;=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- OrderItem: aantal &gt;=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Test: maak een product aan met een negatieve prijs — wat gebeurt er?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Letop: met readonly en public heb je GEEN getters meer nodig.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$product-&gt;naam  werkt direct!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B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Samenvatting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 promotion = minder boilerplate, zelfde resultaat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readonly = data kan niet per ongeluk worden gewijzigd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= eerlijke foutmelding bij ongeldige data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try/catch = vangt exceptions op en reageert erop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week: namespaces &amp; Composer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2026-05-17T17:05:30Z</dcterms:created>
  <dcterms:modified xsi:type="dcterms:W3CDTF">2026-05-17T17:05:30Z</dcterms:modified>
</cp:coreProperties>
</file>