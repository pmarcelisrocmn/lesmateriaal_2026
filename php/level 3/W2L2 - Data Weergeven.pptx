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Data Weergeven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 en veilige 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connectie en fetchAll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met WHERE en ORDER BY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rij ophalen met fetch()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 output met htmlspecialchars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 bouwen met filter en sortering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gebruiken voor een veilige databaseverbinding in PHP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db.php aanmaken met DSN, gebruikersnaam en wachtwoord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fetchAll(PDO::FETCH_ASSOC) haalt alle rijen op als associatief array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tabel gastenboek aangemaakt in phpMyAdmin met de juiste kolommen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query uitgevoerd: SELECT * FROM gastenboek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met WHERE en ORDER BY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WHERE filter je op een conditie — alleen rijen die eraan voldoen komen terug.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sorteert het resultaat op een kolom. DESC = aflopend (nieuwste eerst).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beperkt het aantal rijen — handig voor een 'laatste 10 berichten'.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Alleen berichten van een specifieke auteur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WHERE auteur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$auteur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Nieuwste berichten eerst, maximaal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ORDER BY datum DESC LIMIT 10'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rij ophalen met fetch()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 geeft altijd een array van rijen — ook als er maar één resultaat is.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geeft precies één rij terug (of false als er niets gevonden is).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fetch() als je iets zoekt op een unieke waarde, zoals een ID.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Eén bericht ophalen op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gastenboek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'tekst'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'Bericht niet gevonden.'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 output met htmlspecialchars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Databasedata rechtstreeks echo'en is gevaarlijk — een gebruiker kan HTML of JavaScript hebben ingevoerd.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zet &lt; &gt; " &amp; om naar HTML-entiteiten — de browser toont tekst, voert geen code uit.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htmlspecialchars() op elke variabele die je in HTML toont.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FOUT: gebruikersinvoer direct tonen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'tekst'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risico op XSS!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GOED: eerst escapen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'tekst'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index.php met berichten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index.php zodat alle gastenboekberichten worden getoond, nieuwste eerst. Voeg daarna een zoekfilter toe op naam.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Berichten ophalen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SELECT * FROM gastenboek ORDER BY datum DESC. Sla het resultaat op in $berichten met fetchAll(PDO::FETCH_ASSOC).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HTML tabel bouwen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met foreach over $berichten. Toon auteur, bericht en datum in een HTML-tabel. Gebruik htmlspecialchars() op elke waarde.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Zoekfilter op naam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formulier toe met een tekstveld. Als $_GET['zoek'] ingevuld is, gebruik dan WHERE auteur LIKE ? met prepare/execute.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ook ORDER BY toe als GET-parameter: ?sort=oud toont oudste berichten eerst. Beveilig de waarde met een whitelist (if/else, niet direct in de query).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9728" cy="37490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81381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require_once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'db.php'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$zoek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'zoek'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])) {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$zoek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'zoek'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$zoek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$stmt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$pdo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'SELECT * FROM gastenboek WHERE auteur LIKE ? ORDER BY datum DESC'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$stmt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'%'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$zoek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'%'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$stmt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$pdo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'SELECT * FROM gastenboek ORDER BY datum DESC'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$berichten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$stmt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(PDO::FETCH_ASSOC);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$berichten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echo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'&lt;tr&gt;&lt;td&gt;'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'auteur'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 .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'&lt;/td&gt;&lt;/tr&gt;'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fetch() en fetchAll() — wanneer gebruik je welke?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htmlspecialchars() verplicht bij het tonen van gebruikersinvoer?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de zoekfunctie uitbreiden zodat je ook op datum kunt filteren?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filtert rijen op een conditie; ORDER BY sorteert het resultaat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geeft één rij terug; fetchAll() geeft alle rijen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voorkomt XSS door HTML-tekens te escapen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zoekfilter bouw je met LIKE en een prepared statement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toepassen op elke variabele die je in HTML toont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3,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Les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HTML-formulieren bouwen en invoer verwerken met $_GET en $_POST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 valideren en veilig opslaan in de database met INSERT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W2L2 - Data Weergeven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