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Cart-klasse &amp; Sessies in OOP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D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· Les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4572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 1 · Periode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 ga je leren?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Begrijpen waarom procedurele sessie-code rommelig is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Cart-klasse ontwerpen die de sessie intern beheert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addItem(), removeItem(), getItems(), getTotaal(), clear() implementeren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koppelen aan cart.php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Sessie leegmaken na een actie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Het Probleem: Sessie-winkelwagen Zonder Klassen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0175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 products.php — item toevoegen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$_SESSION['cart'][$id]['naam']   = $naam;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$_SESSION['cart'][$id]['prijs']  = $prijs;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$_SESSION['cart'][$id]['aantal'] = ($_SESSION['cart'][$id]['aantal'] ?? 0) + 1;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 cart.php — totaal berekenen (steeds opnieuw)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$totaal = 0;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($_SESSION['cart'] as $item)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$totaal += $item['prijs'] * $item['aantal'];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 checkout.php — nog een keer...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($_SESSION['cart'] as $id =&gt; $item)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Zelfde code, kopiëren en plakken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4005072"/>
            <a:ext cx="8412480" cy="868680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096512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je iets wilt veranderen (bijv. BTW toevoegen of items tellen), moet je het op ELKE pagina aanpassen. Gevoelig voor fouten en dubbele code.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 — Winkelwagen als Klasse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Cart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Voeg een product toe (of verhoog het aantal)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addItem(Product $product, int $aantal = 1): void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Verwijder een item op basis van product-ID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removeItem(int $productId): void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Geef alle items terug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getItems(): array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Bereken het totaalbedrag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getTotaal(): float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Leeg de winkelwagen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clear(): void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57200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winkelwagen-logica op één plek. cart.php hoeft de sessie niet meer te kennen — die vraagt gewoon aan Cart.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addItem() — Product Toevoegen aan de Sessie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0690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Cart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const SESSION_KEY = 'winkelwagen';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addItem(Product $product, int $aantal = 1): void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$id   = $product-&gt;id;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$cart = $_SESSION[self::SESSION_KEY] ?? [];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(isset($cart[$id]))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Product zit al in de winkelwagen: verhoog het aantal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$cart[$id]['aantal'] += $aantal;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Nieuw product toevoegen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$cart[$id] = [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'naam'   =&gt; $product-&gt;naam,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'prijs'  =&gt; $product-&gt;prijs,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'aantal' =&gt; $aantal,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];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$_SESSION[self::SESSION_KEY] = $cart;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removeItem, getItems, getTotaal &amp; clear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0690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removeItem(int $productId): void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$cart = $_SESSION[self::SESSION_KEY] ?? [];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unset($cart[$productId]);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$_SESSION[self::SESSION_KEY] = $cart;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getItems(): array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$_SESSION[self::SESSION_KEY] ?? [];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getTotaal(): float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$totaal = 0.0;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foreach ($this-&gt;getItems() as $item)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$totaal += $item['prijs'] * $item['aantal'];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$totaal;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clear(): void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$_SESSION[self::SESSION_KEY] = [];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 Gebruiken in cart.php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0690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declare(strict_types=1);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session_start();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__DIR__ . '/vendor/autoload.php';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Bestelsysteem\Cart;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Bestelsysteem\ProductRepository;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  = new PDO('mysql:host=localhost;dbname=bestelsysteem', 'root', '');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$repo = new ProductRepository($pdo);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$cart = new Cart();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Product toevoegen via POST-formulier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($_SERVER['REQUEST_METHOD'] === 'POST' &amp;&amp; isset($_POST['product_id']))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$product = $repo-&gt;findById((int) $_POST['product_id']);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($product !== null)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$cart-&gt;addItem($product);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Winkelwagen tonen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($cart-&gt;getItems() as $id =&gt; $item)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$item['naam'] . ' × ' . $item['aantal'];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'  =  €' . number_format($item['prijs'] * $item['aantal'], 2) . '&lt;br&gt;';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'&lt;strong&gt;Totaal: €' . number_format($cart-&gt;getTotaal(), 2) . '&lt;/strong&gt;';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Verwijder-knop per Item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3832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Verwijderen via GET-parameter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(isset($_GET['remove']))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$cart-&gt;removeItem((int) $_GET['remove']);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header('Location: cart.php');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exit;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HTML voor elk item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($cart-&gt;getItems() as $productId =&gt; $item)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'&lt;tr&gt;';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'&lt;td&gt;' . htmlspecialchars($item['naam']) . '&lt;/td&gt;';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'&lt;td&gt;' . $item['aantal'] . '&lt;/td&gt;';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'&lt;td&gt;€' . number_format($item['prijs'] * $item['aantal'], 2) . '&lt;/td&gt;';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'&lt;td&gt;&lt;a href="cart.php?remove=' . $productId . '"&gt;Verwijder&lt;/a&gt;&lt;/td&gt;';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'&lt;/tr&gt;';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4389120"/>
            <a:ext cx="8412480" cy="594360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4805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Tip: altijd header('Location: ...') + exit na een aanpassing — anders zie je de oude pagina nog.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Oefening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 de Cart-klasse na: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Implementeer alle vijf methoden: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addItem(), removeItem(), getItems(), getTotaal(), clear()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Maak cart.php aan: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— Toon alle producten (via ProductRepository)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— Voeg een 'In winkelwagen'-knop toe per product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— Toon de inhoud van de winkelwagen + totaalbedrag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— Voeg een 'Verwijder'-knop toe per item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vergeet session_start() niet — bovenaan, vóór alle HTML!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Samenvatting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beheert de sessie-winkelwagen intern — andere pagina's hoeven de sessie niet te kennen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addItem() verhoogt het aantal als het product al in de winkelwagen zit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getTotaal() loopt door alle items en telt op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clear() leegt de winkelwagen — gebruik na checkout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les: checkout (bestelling opslaan) + admin + eindopdracht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2026-05-17T17:07:55Z</dcterms:created>
  <dcterms:modified xsi:type="dcterms:W3CDTF">2026-05-17T17:07:55Z</dcterms:modified>
</cp:coreProperties>
</file>