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Formulieren &amp; GET/POST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HTML-formulieren, method, action en $_GET/$_POST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 BY en htmlspecialchars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HTML-formulier: method en 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vs $_POST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isset() en null coalescing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Zoekformulier en berichtformulier bouwen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tabel haalt alle rijen op; WHERE filtert op een conditie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kolom DESC sorteert aflopend (nieuwste eerst)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fetchAll(PDO::FETCH_ASSOC) geeft alle rijen als associatief array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geeft één rij terug, handig bij zoeken op ID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escaped HTML-tekens en voorkomt XSS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HTML-formulier: method en action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formulier stuurt data naar de server via het HTTP-protocol.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method="get" zet data in de URL. method="post" verbergt het in de request body.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bepaalt naar welk PHP-bestand de data gestuurd wordt. Laat je het weg, dan stuurt het naar hetzelfde bestand.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"verwerk.php"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"naam"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Jouw naam: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"naam"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"naam"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"bericht"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required&gt;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Verstuur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vs $_POST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leest data uit de URL — zichtbaar, sla nooit wachtwoorden of gevoelige data zo op.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 leest data uit de request body — niet zichtbaar in de URL, geschikt voor formulieren.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sleutel in $_GET/$_POST komt overeen met het 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-attribuut van het invoerveld.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URL: zoek.php?query=hallo  →  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$zoekterm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'query'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'hallo'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Formulier POST-request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'bericht'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Directe toegang zonder check → PHP warning als sleutel ontbreekt!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isset() en null coalescing ??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isset() controleert of een variabele bestaat én niet null is — veilig voor arrays zoals $_POST.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null coalescing operator ?? geeft de rechterwaarde als de linker niet bestaat of null is.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?? als snelkoppeling om een standaardwaarde te geven.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Klassieke aanpak met isset()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Moderne kortere aanpak met 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'bericht'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Controleer of het formulier verstuurd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$_SERVER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'REQUEST_METHOD'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...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Formulieren bouwen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twee formulieren: een zoekformulier (GET) en een berichtformulier (POST). Verwerk de invoer veilig in PHP.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Zoekformulier (GET)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formulier met method="get" en een tekstveld 'query'. Toon in PHP de zoekterm terug op de pagina met htmlspecialchars().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Berichtformulier (POST)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formulier met method="post" en velden 'naam' en 'bericht'. Lees de waarden in PHP uit met $_POST en gebruik ?? '' als standaardwaarde.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Verwerk POST-data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met $_SERVER['REQUEST_METHOD'] === 'POST' of het formulier verstuurd is. Toon daarna de ingevulde naam en bericht op de pagina.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Combineer beide: als het berichtformulier POST-data heeft én naam en bericht niet leeg zijn, toon de data. Anders toon alleen het formulier. Gebruik isset() of ??.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gebruik je GET en wanneer POST — wat is het verschil voor de gebruiker?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als je $_POST['naam'] opvraagt zonder isset() of ?? en het veld niet ingevuld is?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htmlspecialchars() ook bij GET-data noodzakelijk?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method="get" stuurt data via de URL, method="post" via de request body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en $_POST zijn associatieve arrays; de sleutel is het name-attribuut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isset() controleert of een sleutel bestaat; ?? geeft een standaardwaarde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altijd $_SERVER['REQUEST_METHOD'] voor je POST-data verwerkt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 altijd uitvoer met htmlspecialchars() ook bij GET-parameters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3,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Les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 valideren met filter_var en veilig opslaan met INSERT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Sessies gebruiken voor inloggen: session_start en $_SESSION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W3L1 - Formulieren &amp; GET/POST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