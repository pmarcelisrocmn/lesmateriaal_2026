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Checkout, Admin &amp; Eindopdracht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Les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winkelwagen omzetten naar een Order en opslaan in de database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 leegmaken na een succesvolle bestelling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producten toevoegen, bewerken en verwijderen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bestellingoverzicht tonen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Eindopdracht begrijpen en inleveren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 — Van Winkelwagen naar Bestelling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1498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Klant vult naam in en klikt op 'Afrekenen'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499616"/>
            <a:ext cx="8229600" cy="475488"/>
          </a:xfrm>
          <a:prstGeom prst="rect">
            <a:avLst/>
          </a:prstGeom>
          <a:solidFill>
            <a:srgbClr val="F0FAFF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Cart-items ophalen via $cart-&gt;getItems()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8229600" cy="475488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93976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Order-object aanmaken met klantnaam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8229600" cy="475488"/>
          </a:xfrm>
          <a:prstGeom prst="rect">
            <a:avLst/>
          </a:prstGeom>
          <a:solidFill>
            <a:srgbClr val="F0FAFF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3347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Items toevoegen als OrderItem-objecten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8229600" cy="475488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7296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$orderRepo-&gt;save($order) aanroepen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F0FAFF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1246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$cart-&gt;clear() — winkelwagen leegmaken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197096"/>
            <a:ext cx="8229600" cy="475488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51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Doorsturen naar bevestigingspagina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checkout.php — De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'/vendor/autoload.php';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Bestelsysteem\{Cart, ProductRepository, OrderRepository};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Bestelsysteem\Domain\{Order, OrderItem};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        = new PDO('mysql:host=localhost;dbname=bestelsysteem','root','');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$cart        = new Cart();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$productRepo = new ProductRepository($pdo);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$orderRepo   = new OrderRepository($pdo);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($_SERVER['REQUEST_METHOD'] === 'POST')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$klantnaam = trim($_POST['naam'] ?? 'Anoniem');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$order = new Order($klantnaam);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foreach ($cart-&gt;getItems() as $productId =&gt; $data)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$product = $productRepo-&gt;findById($productId);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($product !== null)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$order-&gt;voegItemToe(new OrderItem($product, $data['aantal']));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$orderRepo-&gt;save($order);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$cart-&gt;clear();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header('Location: bevestiging.php');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exit;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— Producten Beheren (CRUD)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'/../../vendor/autoload.php';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Bestelsysteem\{ProductRepository};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Bestelsysteem\Domain\Product;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 = new PDO('mysql:host=localhost;dbname=bestelsysteem','root','');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$repo = new ProductRepository($pdo);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Toevoegen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(isset($_POST['toevoegen']))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 = new Product(0, $_POST['naam'], (float)$_POST['prijs'],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$_POST['beschrijving'], (int)$_POST['voorraad']);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$repo-&gt;save($p);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Verwijderen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(isset($_GET['delete']))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$repo-&gt;delete((int) $_GET['delete']);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Alle producten ophalen voor het overzicht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$producten = $repo-&gt;findAll();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5488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Admin-pagina gebruikt dezelfde ProductRepository als de klantpagina. Geen dubbele SQL!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— Bestellingoverzicht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__DIR__ . '/../../vendor/autoload.php';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Bestelsysteem\OrderRepository;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      = new PDO('mysql:host=localhost;dbname=bestelsysteem','root','');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$orderRepo = new OrderRepository($pdo);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$orders    = $orderRepo-&gt;findAll();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&lt;tr&gt;&lt;th&gt;Klant&lt;/th&gt;&lt;th&gt;Datum&lt;/th&gt;&lt;th&gt;Totaal&lt;/th&gt;&lt;/tr&gt;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&lt;?php foreach ($orders as $order): ?&gt;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&lt;td&gt;&lt;?= htmlspecialchars($order-&gt;getKlantnaam()) ?&gt;&lt;/td&gt;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&lt;td&gt;&lt;?= $order-&gt;getDatum() ?&gt;&lt;/td&gt;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&lt;td&gt;€&lt;?= number_format($order-&gt;berekenTotaal(), 2) ?&gt;&lt;/td&gt;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&lt;?php endforeach; ?&gt;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54880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Admin-pagina hoeft geen SQL te kennen. OrderRepository doet het werk.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Eindproduct — Wat Heb Je Gebouwd?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690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bestelsysteem/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composer.json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vendor/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Domain/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Product.php        (readonly, promotion, exceptions)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OrderItem.php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Order.php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Cart.php               (sessie-winkelwagen)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ProductRepository.php  (CRUD producten)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OrderRepository.php   (bestellingen opslaan)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public/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index.php              (productoverzicht klant)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cart.php               (winkelwagen)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checkout.php           (afrekenen)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bevestiging.php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admin/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products.php       (CRUD admin)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orders.php         (bestellingoverzicht)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Eindopdracht — Bestelsysteem (inleveren einde periode)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Vereisten: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Domeinklassen: Product, OrderItem, Order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(met type hints, readonly, constructor promotion, exceptions)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Namespaces correct + Composer autoloading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ProductRepository: findAll, findById, save, delete, 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OrderRepository: save, findAll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Cart-klasse: addItem, removeItem, getItems, getTotaal, clear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Klantpagina's: productoverzicht, winkelwagen, checkout, bevestiging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Admin: producten beheren (CRUD) + bestellingoverzicht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Inleveren: zip van je project — zonder de vendor/ map!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Volgend Jaar: CSR Pattern &amp;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 (Jaar 1) — traditionele PHP-webapplicatie: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PHP-pagina → Repository → Database → HTML terug naar browser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8412480" cy="13716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B8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Jaar 2 — API met CSR Pattern: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04872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→ Controller → Service → Repository → Database → JSON Response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(nieuw)       (nieuw)      (kennen jullie al!)        (app + browser)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8412480" cy="146304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566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+ Service zijn de twee nieuwe lagen die jullie nog leren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kennen jullie al — die blijft precies hetzelfde!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ipv HTML — dan kunnen ook mobiele apps de data gebruiken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entry point (index.php + .htaccess) vervangt de losse PHP-pagina's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Checkout: Cart → Order-object → OrderRepository → database → sessie leeg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gebruikt dezelfde repositories als de klantpagina's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project heeft een duidelijke lagenstructuur: domain → repository → pagina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Jullie kennen nu de basis van professioneel PHP-ontwikkelen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2: Controller + Service + JSON API = het complete CSR-patroon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2026-05-17T17:07:55Z</dcterms:created>
  <dcterms:modified xsi:type="dcterms:W3CDTF">2026-05-17T17:07:55Z</dcterms:modified>
</cp:coreProperties>
</file>