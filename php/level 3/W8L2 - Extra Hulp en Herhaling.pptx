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2: Extra Hulp &amp; Herhaling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W1–W8, veelgemaakte fouten en cheatsheets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Debuggen, checklist en eindproduct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hebben we geleerd? W1–W8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Veelgemaakte fouten en hoe je ze herkent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PDO snelreferentie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Vrije tijd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project afmaken met begeleiding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en klassikale Q&amp;A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Samenvatting en vooruitblik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var_dump() debugt variabelen, error_log() schrijft naar logbestand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error_reporting(E_ALL) + display_errors=1 tijdens development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prepared statements, htmlspecialchars, password_hash, autorisatie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var_dump() en debug-output verwijderen vóór inleveren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als gewone gebruiker én als admin — beide flows moeten werken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W1–W8: wat hebben we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PHP basis — variabelen, condities, loops, functies, arrays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PDO connectie, SELECT, fetchAll, htmlspecialchars output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Formulieren GET/POST, validatie, INSERT prepared statement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Sessies, inloggen, password_hash en password_verify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SQL-injectie, XSS, CSRF, bestandsupload veilig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UPDATE bewerken, DELETE verwijderen, CRUD compleet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Rolgebaseerde toegang, auth.php, admin panel, paginering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Debuggen, error_log, eindproduct checklist en opleveren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Het gastenboek bevat nu: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Registratie + login met gehashte wachtwoorden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CRUD: berichten toevoegen, lezen, bewerken, verwijderen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Bestandsupload met MIME-validatie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Rolgebaseerde toegang: gebruiker en admin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Admin panel met gebruikersbeheer en paginering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Beveiliging: prepared statements, XSS, CSRF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Veelgemaakte fouten herkennen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zijn de fouten die het vaakst terugkomen — herken je ze dan kun je ze snel fixen.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already sent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echo of HTML vóór session_start() of header(). Oplossing: session_start() als allereerste regel.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page / niks te zien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display_errors staat uit. Zet error_reporting(E_ALL) bovenaan.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Fout 1: undefined index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Oorzaak: $_POST['naam'] lezen als formulier niet verstuurd 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$naam = $_POST['naam'] ?? '';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Fout 2: UPDATE zonder WHERE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Oorzaak: WHERE vergeten — ALLE rijen worden bijgewerkt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UPDATE ... SET x = ? WHERE id = 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Fout 3: wachtwoord plaintext opgeslagen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Oorzaak: password_hash() vergeten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$hash = password_hash($ww, PASSWORD_DEFAULT);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Fout 4: XSS via echo zonder htmlspecialchars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echo htmlspecialchars($var, ENT_QUOTES, 'UTF-8');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PDO cheatsheet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Snelreferentie voor de meestgebruikte patronen uit dit vak.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PDO connectie (db.php)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new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"mysql:host=localhost;dbname=db;charset=utf8"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$pass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 meerdere rijen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$rows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'SELECT * FROM 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fetchAll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(PDO::FETCH_ASSOC);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 / INSERT / UPDATE / DELETE met invoer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'... WHERE id = ?'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Beveiliging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 htmlspecialchars($v, ENT_QUOTES, 'UTF-8')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Hash:    password_hash($ww, PASSWORD_DEFAULT)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Verify:  password_verify($invoer, $hash)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Sessie:  session_start(); $_SESSION['x'] = 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Vrije werktijd — project afmaken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deze les om jouw gastenboek-project af te ronden. Stel vragen, vraag feedback en lever zo compleet mogelijk 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Open punten fixen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je eigen checklist nog eens door. Welke functionaliteit werkt nog niet? Pak het grootste openstaande punt aan en vraag hulp als je vastloopt.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Beveiliging controleren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Doorzoek je code op: directe SQL-strings (geen prepare), echo zonder htmlspecialchars, plaintext wachtwoord opslaan, pagina's zonder sessie-check.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Code opschonen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Verwijder alle var_dump(), uitgecommente code en test-data. Zet display_errors op 0. Controleer of db.php netjes als include werkt en niet gedupliceerd 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830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58300" y="1261872"/>
            <a:ext cx="27889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802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Uitdaging — Uitbreiding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2289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Klaar met het minimum? Voeg iets extra's toe: reacties op berichten, like-systeem, zoekfunctie, betere foutpagina's of een responsive CSS-layout.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vond je het moeilijkste concept van dit vak en hoe heb je het uiteindelijk begrepen?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onderdeel van het gastenboek ben je het meest trots op en waarom?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zou je anders aanpakken als je het project opnieuw zou bouwen?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W1–W8: van PHP basis naar een volledig beveiligd, rol-bewust gastenboek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sessies, rollen, beveiliging en debuggen zijn de pijlers van dit vak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Veelgemaakte fouten: undefined index, UPDATE zonder WHERE, plaintext wachtwoord, echo zonder htmlspecialchars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Cheatsheet: prepare/execute, fetchAll, password_hash, htmlspecialchars, session_start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 werk dit blok — de basis van full-stack PHP-development zit erin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9, Les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MVC-frameworks verkennen: structuur, routing en Eloquent ORM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Verder leren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Laravel, API-development met JSON, of front-end met JavaScript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W8L2 - Extra Hulp &amp; Herhaling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