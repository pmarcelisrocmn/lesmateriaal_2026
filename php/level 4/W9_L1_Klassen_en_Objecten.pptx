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 Basis — Klassen &amp; Objecten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Les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wat het verschil is tussen procedureel en OOP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klasse aanmaken in PHP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en methoden definiëren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object instantiëren met new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 gebruiken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Procedureel vs 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 = "Laptop";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$prijs = 999.99;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getPrijsMetBTW($prijs)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$prijs * 1.21;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getPrijsMetBTW($prijs);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EBF8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float $prijs;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getPrijsMetBTW(): float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$this-&gt;prijs * 1.21;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Alles bij elkaar!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van een Klasse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0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6126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Properties: de eigenschappen van het 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$prijs;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$voorraad;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Methode: wat het object kan doen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getPrijsMetBTW():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$this-&gt;prijs * 1.21;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class keyword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properties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methode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$this = dit object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Een Object Aanmaken met new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6517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aanmaken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 = new Product();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Properties instellen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$laptop-&gt;naam     = "Laptop Pro";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$laptop-&gt;prijs    = 999.99;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$laptop-&gt;voorraad = 5;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Methode aanroepen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$laptop-&gt;getPrijsMetBTW(); // 1209.99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404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roept de klasse aan en maakt een object. Met -&gt; bereik je properties en methoden.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$this — Het Object Zelf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een klasse verwijst $this naar het huidige object. Zo weet een methode welk object hem aanroept.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object heeft zijn eigen $this — twee Product-objecten staan los van elkaar.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1005840"/>
            <a:ext cx="4572000" cy="3749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097280"/>
            <a:ext cx="4297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$naam = "Onbekend";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stelNaamIn(string $naam): void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$this = DIT specifieke 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$this-&gt;naam =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$p-&gt;stelNaamIn("Laptop");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$p-&gt;naam; // "Laptop"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Eén Klasse, Meerdere Objecten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 = new Product();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$laptop-&gt;naam  = "Laptop Pro";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$laptop-&gt;prijs = 999.99;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$muis = new Product();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$muis-&gt;naam  = "Draadloze Muis";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$muis-&gt;prijs = 29.99;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$laptop-&gt;naam; // "Laptop Pro"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$muis-&gt;naam;   // "Draadloze Muis"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EB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31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klasse is de mal — objecten zijn de koekjes! Eén mal, onbeperkt veel objecten.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klasse Auto met: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merk (string), bouwjaar (int), kilometerstand (float)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getLeeftijd(): int — berekent hoe oud de auto is (huidig jaar minus bouwjaar)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getBrandstofkosten(float $literPer100km, float $prijsPerLiter): float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daarna 2 Auto-objecten aan en druk de leeftijd en brandstofkosten op het scherm.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klasse is een mal/blauwdruk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object is een instantie van die klasse (new)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slaan gegevens 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Methoden beschrijven gedrag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$this verwijst naar het huidige object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les: constructor &amp; access modifiers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Basis — Klassen &amp; Objecten</dc:title>
  <dc:subject>PptxGenJS Presentation</dc:subject>
  <dc:creator>PptxGenJS</dc:creator>
  <cp:lastModifiedBy>PptxGenJS</cp:lastModifiedBy>
  <cp:revision>1</cp:revision>
  <dcterms:created xsi:type="dcterms:W3CDTF">2026-05-17T10:23:42Z</dcterms:created>
  <dcterms:modified xsi:type="dcterms:W3CDTF">2026-05-17T10:23:42Z</dcterms:modified>
</cp:coreProperties>
</file>