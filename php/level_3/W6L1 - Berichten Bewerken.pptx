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822960"/>
            <a:ext cx="292608" cy="292608"/>
          </a:xfrm>
          <a:prstGeom prst="ellipse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52360" y="1417320"/>
            <a:ext cx="292608" cy="29260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2011680"/>
            <a:ext cx="292608" cy="292608"/>
          </a:xfrm>
          <a:prstGeom prst="ellipse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52360" y="26060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28800"/>
            <a:ext cx="109728" cy="11887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08960"/>
            <a:ext cx="109728" cy="82296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3 · PHP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1: Berichten Bewerken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Formulier pre-fillen, UPDATE en redirect-after-POST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Les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9552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8412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106070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Bestandsupload, MIME-validatie en move_uploaded_file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4128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163677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Bewerkflow: ophalen, tonen, opslaan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947672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" y="1993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" y="2212848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met WHERE en prepared statement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523744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4128" y="25694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24128" y="2788920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Autorisatie: mag de gebruiker dit bewerken?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099816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4128" y="3145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24128" y="3364992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Bewerkpagina voor gastenboekberichten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67588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" y="3721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24128" y="394106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Uitwerkingen bespreken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425196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solidFill>
            <a:srgbClr val="B0B8C9"/>
          </a:solidFill>
          <a:ln w="12700">
            <a:solidFill>
              <a:srgbClr val="B0B8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4128" y="4297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Afsluiting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24128" y="451713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Samenvatting en vooruitblik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 vorige 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960120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$_FILES bevat info over geüpload bestand: name, type (onbetrouwbaar), tmp_name, error, size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709928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finfo_file() leest het echte MIME-type — vertrouw nooit $_FILES['type']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459736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Controleer altijd bestandsgrootte om server-overflow te voorkomen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209544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move_uploaded_file() verplaatst het bestand veilig naar definitieve locatie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959352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 bestandsnaam op in de database zodat je het bestand later kunt tonen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Bewerkflow: ophalen, tonen, opslaan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bewerkpagina werkt in drie fasen: het bericht ophalen op ID, het formulier pre-fillen met bestaande data, en na POST opslaan met UPDATE.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ID van het te bewerken bericht gaat via de URL mee: bewerken.php?id=5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Valideer het ID altijd: cast naar int en controleer of het bericht bestaat.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Stap 1: ID ophalen uit URL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(int) 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$_GET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'id'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??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Stap 2: bericht ophalen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'SELECT * FROM gastenboek WHERE id = ?'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$bericht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(PDO::FETCH_ASSOC);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$bericht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'Location: index.php'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met WHERE en prepared statement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validatie voer je de UPDATE uit — altijd met WHERE id = ? om precies één rij aan te passen.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WHERE update je alle rijen in de tabel. Dit is een veelgemaakte en kostbare fout.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de UPDATE redirect je — redirect-after-POST voorkomt dubbel versturen bij F5.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$_SERVER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'REQUEST_METHOD'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'POST'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$tekst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'tekst'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??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strlen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$tekst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&gt;=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'UPDATE gastenboek SET tekst = ? WHERE id = ?'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$tekst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'Location: index.php'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Autorisatie: wie mag bewerken?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Authenticatie = wie ben je. Autorisatie = wat mag je doen.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Controleer altijd of de ingelogde gebruiker de eigenaar is van het bericht dat hij wil bewerken.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een kolom 'gebruiker_id' toe aan gastenboek en vergelijk die met $_SESSION['gebruiker_id'].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Autorisatiecheck: is dit bericht van de ingelogde gebruiker?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$bericht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'gebruiker_id'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!==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$_SESSION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'gebruiker_id'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Niet de eigenaar — weiger toegang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'Location: index.php'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Formulier pre-fillen met bestaande data: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&lt;textarea name="tekst"&gt;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&lt;?= htmlspecialchars($bericht['tekst']) ?&gt;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&lt;/textarea&gt;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— Bewerkpagina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bewerken.php: haal het bericht op via ID, toon een pre-gevuld formulier en sla wijzigingen op via UPDATE.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61872"/>
            <a:ext cx="2788920" cy="4572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Stap 1 — ID ophalen en bericht laden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$_GET['id'] uit en cast naar int. Haal het bericht op met SELECT WHERE id = ?. Redirect naar index.php als het niet bestaat.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898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8980" y="1261872"/>
            <a:ext cx="2788920" cy="4572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870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Stap 2 — Autorisatie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3357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Controleer of $bericht['gebruiker_id'] gelijk is aan $_SESSION['gebruiker_id']. Zo niet: redirect naar index.php. Admin-rol mag altijd bewerken.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261872"/>
            <a:ext cx="2788920" cy="4572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Stap 3 — Pre-gevuld formulier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2823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 een formulier met action="bewerken.php?id=&lt;?= $id ?&gt;" en een textarea gevuld met htmlspecialchars($bericht['tekst']).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5830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58300" y="1261872"/>
            <a:ext cx="2788920" cy="45720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802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Stap 4 — UPDATE uitvoeren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2289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POST: valideer de invoer (minimaal 5 tekens). Voer UPDATE ... WHERE id = ? uit met een prepared statement. Redirect naar index.php.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Les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 we het samen bespreken: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145389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verschil tussen authenticatie en autorisatie — welke controle doe je waar?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227685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is de WHERE-clausule in UPDATE zo kritisch — wat gaat er mis als je hem vergeet?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09981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zou je een 'bewerkt op' datum bijhouden — welk SQL voeg je toe aan de UPDATE-query?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heb je vandaag geleerd?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978408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Bewerkflow: ID ophalen → bericht laden → autoriseren → formulier tonen → UPDATE uitvoeren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728216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altijd met WHERE id = ? — zonder WHERE worden ALLE rijen gewijzigd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478024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 het formulier met htmlspecialchars(bestaande waarde)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227832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Autorisatie: vergelijk bericht.gebruiker_id met $_SESSION['gebruiker_id']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3977640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Redirect-after-POST voorkomt dubbel opslaan bij paginaverversing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59168" y="365760"/>
            <a:ext cx="1737360" cy="49377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59168" y="1005840"/>
            <a:ext cx="1737360" cy="49377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59168" y="1645920"/>
            <a:ext cx="1737360" cy="493776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286000"/>
            <a:ext cx="1737360" cy="49377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Iets onduidelijk? Ergens niet uitgekomen?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het nu!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php.net/manual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w3schools.com/php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"PHP [onderwerp] voorbeeld"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 — Week 6, Les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109728" cy="100584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Les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307592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Berichten verwijderen: bevestigingsdialoog, soft vs hard delete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313432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313432"/>
            <a:ext cx="109728" cy="10058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Les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478024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Rolgebaseerde toegang: admin-rol en toegangscontrole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 je werk van vandaag mee — je hebt het nodig!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W6L1 - Berichten Bewerken</dc:title>
  <dc:subject>PptxGenJS Presentation</dc:subject>
  <dc:creator>ROC Midden Nederland</dc:creator>
  <cp:lastModifiedBy>ROC Midden Nederland</cp:lastModifiedBy>
  <cp:revision>1</cp:revision>
  <dcterms:created xsi:type="dcterms:W3CDTF">2026-05-08T20:24:47Z</dcterms:created>
  <dcterms:modified xsi:type="dcterms:W3CDTF">2026-05-08T20:24:47Z</dcterms:modified>
</cp:coreProperties>
</file>