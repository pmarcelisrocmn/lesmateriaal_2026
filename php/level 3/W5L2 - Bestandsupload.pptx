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822960"/>
            <a:ext cx="292608" cy="292608"/>
          </a:xfrm>
          <a:prstGeom prst="ellipse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1417320"/>
            <a:ext cx="292608" cy="29260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2011680"/>
            <a:ext cx="292608" cy="292608"/>
          </a:xfrm>
          <a:prstGeom prst="ellipse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26060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28800"/>
            <a:ext cx="109728" cy="11887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08960"/>
            <a:ext cx="109728" cy="8229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3 · PHP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2: Bestandsupload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$_FILES, MIME-validatie en bestanden opslaan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Les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9552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8412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06070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SQL-injectie, XSS en CSRF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163677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$_FILES-array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47672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1993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2212848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MIME-type en bestandsgrootte valideren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523744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4128" y="25694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2788920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move_uploaded_file en naam veilig maken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099816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4128" y="3145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3364992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Profielfoto upload bouwen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7588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721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24128" y="394106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Uitwerkingen bespreken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25196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solidFill>
            <a:srgbClr val="B0B8C9"/>
          </a:solidFill>
          <a:ln w="12700">
            <a:solidFill>
              <a:srgbClr val="B0B8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4128" y="4297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Afsluiting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24128" y="451713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Samenvatting en vooruitblik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vorige 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960120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SQL-injectie voorkomen met prepared statements — nooit invoer direct in SQL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709928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XSS: htmlspecialchars() toepassen op alles wat getoond wordt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459736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CSRF-token in formulier verbergen en bij verwerking controleren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209544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CSRF-token in elk formulier dat data wijzigt — controleer bij verwerking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959352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Beveiliging inbouwen vanaf het begin — niet achteraf toevoegen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$_FILES-array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een bestandsupload via een formulier (enctype="multipart/form-data") vult PHP het $_FILES-array.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$_FILES bevat per veld: name (originele naam), type (MIME), tmp_name (tijdelijk pad), error, size.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bestand staat tijdelijk op de server — jij bepaalt of en waar het definitief opgeslagen wordt.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Formulier vereist enctype voor upload: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&lt;form method="post" enctype="multipart/form-data"&gt;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&lt;input type="file" name="foto"&gt;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$_FILES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'foto'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'name'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// 'foto.jpg'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$_FILES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'foto'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'type'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// 'image/jpeg' (niet vertrouwen!)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$_FILES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'foto'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'tmp_name'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'/tmp/phpXXXXXX'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$_FILES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'foto'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'error'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0 = geen fout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$_FILES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'foto'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'size'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// in bytes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MIME-type en grootte valideren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'type'-waarde in $_FILES komt van de browser — een aanvaller kan die aanpassen. Vertrouw het NIET.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finfo_file() om het echte MIME-type uit de bestandsinhoud te lezen.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Controleer ook de bestandsgrootte om te voorkomen dat de server vol loopt.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$toegestaan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'image/jpeg'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'image/png'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'image/gif'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$maxGrootte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2 MB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Echt MIME-type lezen uit bestandsinhoud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$finfo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finfo_open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(FILEINFO_MIME_TYPE);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$mime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finfo_file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$finfo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$_FILES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'foto'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'tmp_name'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in_array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$mime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$toegestaan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||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$_FILES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'foto'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'size'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&gt;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$maxGrootte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$fout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'Bestand ongeldig.'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move_uploaded_file en veilige bestandsnaam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validatie verplaats je het bestand van de tijdelijke locatie naar de definitieve map.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nooit de originele bestandsnaam van de gebruiker — die kan kwaadaardig zijn. Genereer een unieke naam.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uniqid() of de ID van de gebruiker gecombineerd met de extensie.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Veilige, unieke bestandsnaam genereren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$ext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pathinfo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$_FILES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'foto'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'name'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PATHINFO_EXTENSION);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$nieuweNaam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uniqid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'foto_'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.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strtolower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$ext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$doel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'/uploads/'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$nieuweNaam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move_uploaded_file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$_FILES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'foto'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'tmp_name'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$doel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Sla $nieuweNaam op in de database voor later gebruik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$fout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'Upload mislukt.'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— Profielfoto upload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aan het registratieformulier een optionele profielfoto toe. Valideer het bestand en sla het veilig op.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2788920" cy="4572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Stap 1 — Formulier aanpassen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aan register.php een file-input toe (name="foto"). Voeg enctype="multipart/form-data" toe aan het formulier-element.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898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8980" y="1261872"/>
            <a:ext cx="2788920" cy="4572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870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Stap 2 — Valideren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3357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Controleer $_FILES['foto']['error'] === 0. Lees het echte MIME-type met finfo_file(). Controleer of het een toegestaan type is (jpeg, png, gif) en kleiner dan 2 MB.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261872"/>
            <a:ext cx="2788920" cy="4572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Stap 3 — Opslaan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2823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Genereer een unieke bestandsnaam met uniqid(). Gebruik move_uploaded_file() om het bestand in /uploads/ te zetten. Sla de bestandsnaam op in de database (kolom 'foto').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5830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58300" y="1261872"/>
            <a:ext cx="2788920" cy="4572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802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Uitdaging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2289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 de profielfoto op dashboard.php. Controleer of het bestand bestaat met file_exists() vóór je de &lt;img&gt;-tag toont. Toon een standaardfoto als er geen is.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Les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 we het samen bespreken: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145389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mag je $_FILES['foto']['type'] niet vertrouwen — hoe kan een aanvaller dat aanpassen?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27685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gebeurt er als je de originele bestandsnaam van de gebruiker gebruikt als opslaglocatie?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09981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zou je de uploads-map extra beveiligen zodat PHP-bestanden daarin niet uitvoerbaar zijn?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heb je vandaag geleerd?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978408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$_FILES bevat name, type, tmp_name, error en size — type nooit vertrouwen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728216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finfo_file() leest het echte MIME-type uit de bestandsinhoud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478024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Altijd de bestandsgrootte controleren: server vol is een aanval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22783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Genereer een unieke naam — gebruik nooit de originele bestandsnaam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977640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move_uploaded_file() verplaatst veilig van tmp naar definitieve map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9168" y="365760"/>
            <a:ext cx="1737360" cy="49377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59168" y="1005840"/>
            <a:ext cx="1737360" cy="49377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9168" y="1645920"/>
            <a:ext cx="1737360" cy="493776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286000"/>
            <a:ext cx="1737360" cy="49377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Iets onduidelijk? Ergens niet uitgekomen?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het nu!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php.net/manual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w3schools.com/php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"PHP [onderwerp] voorbeeld"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 — Week 6, Les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09728" cy="100584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Les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307592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Berichten bewerken: formulier pre-fillen en UPDATE uitvoeren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13432"/>
            <a:ext cx="109728" cy="10058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Les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478024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Berichten verwijderen en volledige CRUD afronden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je werk van vandaag mee — je hebt het nodig!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W5L2 - Bestandsupload</dc:title>
  <dc:subject>PptxGenJS Presentation</dc:subject>
  <dc:creator>ROC Midden Nederland</dc:creator>
  <cp:lastModifiedBy>ROC Midden Nederland</cp:lastModifiedBy>
  <cp:revision>1</cp:revision>
  <dcterms:created xsi:type="dcterms:W3CDTF">2026-05-08T20:24:47Z</dcterms:created>
  <dcterms:modified xsi:type="dcterms:W3CDTF">2026-05-08T20:24:47Z</dcterms:modified>
</cp:coreProperties>
</file>