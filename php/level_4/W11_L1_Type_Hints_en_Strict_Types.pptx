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Hints &amp; Strict Types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Les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wat declare(strict_types=1) doet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toevoegen aan parameters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 declareren op methoden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types gebruiken (?string)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klassen uit week 10 voorzien van type hints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Waarom Type Hints?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type hints — gevaarlijk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berekenBTW($prijs)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$prijs * 1.21;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Geen foutmelding!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berekenBTW("gratis");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berekenBTW([1, 2, 3]);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47472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type hints — veilig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berekenBTW(float $prijs): float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$prijs * 1.21;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 stopt dit!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berekenBTW("gratis"); // TypeError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berekenBTW([1,2,3]);   // TypeError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berekenBTW(9.99);      // 12.09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declare(strict_types=1)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Dit bestand werkt nu in strict mode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 ...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023360" cy="1280160"/>
          </a:xfrm>
          <a:prstGeom prst="rect">
            <a:avLst/>
          </a:prstGeom>
          <a:solidFill>
            <a:srgbClr val="2D1515"/>
          </a:solidFill>
          <a:ln w="12700">
            <a:solidFill>
              <a:srgbClr val="2D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strict: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berekenBTW("9.99")  →  stil omgezet naar float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foutmelding, gevaarlijk!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331720"/>
            <a:ext cx="4023360" cy="128016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strict: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berekenBTW("9.99")  →  TypeError!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Eerlijk en duidelijk.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Zet declare(strict_types=1) bovenaan ELK PHP-bestand. Altijd.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 Type Hints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Basis 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test(string $naam): void   {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test(int $aantal): void    {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test(float $prijs): void   {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test(bool $actief): void   {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test(array $items): void   {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Klasse als 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test(Product $product): void {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Meerdere parameters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maakItem(Product $product, int $aantal): void {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PHP accepteert alleen de gedeclareerde types. Alles anders? TypeError.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getNaam(): string       { return $this-&gt;naam;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getPrijs(): float       { return $this-&gt;prijs;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getPrijsMetBTW(): float { return $this-&gt;prijs * 1.21;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void = geeft niets terug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setVoorraad(int $n): void { $this-&gt;voorraad = $n;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array = geeft een array terug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getItems(): array { return $this-&gt;items;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 return type staat na de ): — het maakt direct duidelijk wat een methode teruggeeft.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Nullable Types — ?string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?string $opmerking; // string OF null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__construct(?string $opmerking = null)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$this-&gt;opmerking = $opmerking;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getOpmerking(): ?string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$this-&gt;opmerking;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$o1 = new Order("Graag snel bezorgen"); //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$o2 = new Order();                      //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$o3 = new Order(null);                  // null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?string = de waarde is string OF null. Gebruik dit voor optionele velden.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aan ALLE klassen uit week 10 (Product, OrderItem, Order) toe: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declare(strict_types=1)  bovenaan elk bestand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hints op ALLE parameters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types op ALLE methoden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Gebruik ?string voor de optionele opmerking in Order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daarna: geef bewust een verkeerd type mee aan een methode.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foutmelding krijg je?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declare(strict_types=1)  →  PHP controleert types strikt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op parameters beschermen je methoden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types maken duidelijk wat een methode teruggeeft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?Type  =  nullable: mag ook null zijn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constructor promotion, readonly en exceptions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2026-05-17T17:05:30Z</dcterms:created>
  <dcterms:modified xsi:type="dcterms:W3CDTF">2026-05-17T17:05:30Z</dcterms:modified>
</cp:coreProperties>
</file>