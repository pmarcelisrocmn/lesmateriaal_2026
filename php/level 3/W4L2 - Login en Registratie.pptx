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2: Login &amp; Registratie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password_hash, password_verify en gebruikers in de database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Sessies, session_start en uitloggen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Wachtwoorden hashen met password_hash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Controleren met password_verify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Registratieflow en duplicate check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Registratie en login met database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Uitwerkingen bespreken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en vooruitblik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session_start() altijd bovenaan, vóór elke output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$_SESSION bewaard data tussen pagina's — de server slaat het op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Uitloggen: $_SESSION leegmaken, session_destroy(), daarna redirect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Pagina's beveiligen: check of $_SESSION['naam'] bestaat, anders redirect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vaste gebruikersnaam/wachtwoord in de code is tijdelijk — nu echte login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Wachtwoorden hashen met password_hash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Wachtwoorden nooit als plaintext opslaan — ook niet in de database.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password_hash() maakt een veilige, eenrichtings-hash met bcrypt. Sla die hash op in de database.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PASSWORD_DEFAULT kiest automatisch het sterkste algoritme dat PHP ondersteunt.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Bij registratie: wachtwoord hashen vóór opslaan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$wachtwoord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$_POST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'wachtwoord'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??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$hash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$wachtwoord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PASSWORD_DEFAULT);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$hash opslaan in kolom 'wachtwoord_hash' (VARCHAR 255)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'INSERT INTO gebruikers (naam, wachtwoord_hash) VALUES (?,?)'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$hash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Nooit het plaintext wachtwoord bewaren!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Inloggen met password_verify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het inloggen: haal de hash op uit de database en vergelijk met het ingevoerde wachtwoord.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password_verify(invoer, hash) geeft true als het wachtwoord klopt — gebruik nooit === voor hashes.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daarna de gebruikersnaam en het ID op in $_SESSION en redirect.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Gebruiker ophalen op naam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* FROM gebruikers WHERE naam = ?'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(PDO::FETCH_ASSOC);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password_verify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$wachtwoord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'wachtwoord_hash'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'gebruiker_id'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'Location: dashboard.php'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$fout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'Onjuiste gegevens.'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Registratieflow en duplicate check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bij registratie of de gebruikersnaam al bestaat — anders geef je een duidelijke foutmelding.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SELECT COUNT(*) of fetch() op naam om te controleren vóór de INSERT.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wachtwoorden altijd gehashed op. Nooit het plaintext wachtwoord in de database.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Controleer of naam al in gebruik 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$check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id FROM gebruikers WHERE naam = ?'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$check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$check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$fout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'Deze gebruikersnaam bestaat al.'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$hash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$wachtwoord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PASSWORD_DEFAULT);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INSERT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— Registratie en Login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 tabel 'gebruikers' aan en bouw register.php en login.php met echte database-koppeling en gehashte wachtwoorden.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Stap 1 — Tabel aanmaken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in phpMyAdmin de tabel 'gebruikers': id (INT, AI, PK), naam (VARCHAR 100, UNIQUE), wachtwoord_hash (VARCHAR 255), aangemaakt_op (DATETIME, DEFAULT NOW()).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Stap 2 — register.php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 met naam + wachtwoord (POST). Controleer of naam al bestaat. Zo niet: hash het wachtwoord met password_hash en sla op. Redirect naar login.php.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Stap 3 — login.php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 naam + wachtwoord (POST). Haal gebruiker op met SELECT WHERE naam. Controleer met password_verify. Bij succes: sessie starten en redirect. Bij fout: foutmelding.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830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1261872"/>
            <a:ext cx="27889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802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Uitdaging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289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minimale wachtwoord-eisen toe bij registratie: minimaal 8 tekens, één cijfer. Gebruik strlen() en preg_match() voor de validatie.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mag je een plaintext wachtwoord nooit in de database opslaan, zelfs niet tijdelijk?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doet password_verify intern — waarom werkt === vergelijken met de hash niet?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zou je voorkomen dat iemand met brute force inlogpogingen het wachtwoord raadt?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password_hash() maakt een veilige bcrypt-hash — sla die op, nooit het wachtwoord zelf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password_verify(invoer, hash) controleert of het wachtwoord klopt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bij registratie of de gebruikersnaam al bestaat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succesvolle login: sessie vullen en redirect naar beveiligde pagina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kolom wachtwoord_hash moet VARCHAR 255 zijn — bcrypt-hashes zijn lang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5, Les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Les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Beveiliging: SQL-injectie voorkomen en XSS dieper begrijpen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Bestandsupload: $_FILES, MIME-validatie en bestanden opslaan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W4L2 - Login &amp; Registratie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